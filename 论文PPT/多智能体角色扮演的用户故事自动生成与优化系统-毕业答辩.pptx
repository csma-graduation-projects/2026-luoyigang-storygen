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92" r:id="rId3"/>
    <p:sldId id="293" r:id="rId4"/>
    <p:sldId id="290" r:id="rId5"/>
    <p:sldId id="260" r:id="rId6"/>
    <p:sldId id="294" r:id="rId7"/>
    <p:sldId id="257" r:id="rId8"/>
    <p:sldId id="295" r:id="rId9"/>
    <p:sldId id="269" r:id="rId10"/>
    <p:sldId id="273" r:id="rId11"/>
    <p:sldId id="296" r:id="rId12"/>
    <p:sldId id="276" r:id="rId13"/>
    <p:sldId id="297" r:id="rId14"/>
    <p:sldId id="281" r:id="rId15"/>
    <p:sldId id="282" r:id="rId16"/>
    <p:sldId id="298" r:id="rId17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182" autoAdjust="0"/>
  </p:normalViewPr>
  <p:slideViewPr>
    <p:cSldViewPr>
      <p:cViewPr>
        <p:scale>
          <a:sx n="75" d="100"/>
          <a:sy n="75" d="100"/>
        </p:scale>
        <p:origin x="236" y="6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86" d="100"/>
        <a:sy n="18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8569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https://www.ypppt.com/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7215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81962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5C5D1-AD16-4B01-871F-DE047A6CFB67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DE635-3FC4-4B83-A3D1-632FFA341E9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5C5D1-AD16-4B01-871F-DE047A6CFB67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DE635-3FC4-4B83-A3D1-632FFA341E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2620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5C5D1-AD16-4B01-871F-DE047A6CFB67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DE635-3FC4-4B83-A3D1-632FFA341E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7345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5C5D1-AD16-4B01-871F-DE047A6CFB67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DE635-3FC4-4B83-A3D1-632FFA341E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2335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5C5D1-AD16-4B01-871F-DE047A6CFB67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DE635-3FC4-4B83-A3D1-632FFA341E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7961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5C5D1-AD16-4B01-871F-DE047A6CFB67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DE635-3FC4-4B83-A3D1-632FFA341E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8099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5C5D1-AD16-4B01-871F-DE047A6CFB67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DE635-3FC4-4B83-A3D1-632FFA341E9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3845849" y="14453070"/>
            <a:ext cx="96625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www.1ppt.com/moban/     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行业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www.1ppt.com/hangye/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节日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www.1ppt.com/jieri/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素材：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www.1ppt.com/sucai/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背景图片：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www.1ppt.com/beijing/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图表：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www.1ppt.com/tubiao/    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精美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www.1ppt.com/xiazai/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www.1ppt.com/powerpoint/    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课件：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www.1ppt.com/kejian/        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字体下载：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www.1ppt.com/ziti/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工作总结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www.1ppt.com/xiazai/zongjie/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工作计划：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www.1ppt.com/xiazai/jihua/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商务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www.1ppt.com/moban/shangwu/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个人简历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www.1ppt.com/xiazai/jianli/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毕业答辩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www.1ppt.com/xiazai/dabian/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工作汇报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www.1ppt.com/xiazai/huibao/  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31230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35C5D1-AD16-4B01-871F-DE047A6CFB67}" type="datetimeFigureOut">
              <a:rPr lang="zh-CN" altLang="en-US" smtClean="0"/>
              <a:t>2026/5/13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CDE635-3FC4-4B83-A3D1-632FFA341E9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6"/>
          <p:cNvSpPr>
            <a:spLocks noEditPoints="1"/>
          </p:cNvSpPr>
          <p:nvPr/>
        </p:nvSpPr>
        <p:spPr bwMode="auto">
          <a:xfrm>
            <a:off x="4289666" y="627534"/>
            <a:ext cx="457200" cy="593986"/>
          </a:xfrm>
          <a:custGeom>
            <a:avLst/>
            <a:gdLst>
              <a:gd name="T0" fmla="*/ 891 w 1347"/>
              <a:gd name="T1" fmla="*/ 639 h 1750"/>
              <a:gd name="T2" fmla="*/ 673 w 1347"/>
              <a:gd name="T3" fmla="*/ 728 h 1750"/>
              <a:gd name="T4" fmla="*/ 555 w 1347"/>
              <a:gd name="T5" fmla="*/ 706 h 1750"/>
              <a:gd name="T6" fmla="*/ 456 w 1347"/>
              <a:gd name="T7" fmla="*/ 639 h 1750"/>
              <a:gd name="T8" fmla="*/ 398 w 1347"/>
              <a:gd name="T9" fmla="*/ 639 h 1750"/>
              <a:gd name="T10" fmla="*/ 397 w 1347"/>
              <a:gd name="T11" fmla="*/ 696 h 1750"/>
              <a:gd name="T12" fmla="*/ 525 w 1347"/>
              <a:gd name="T13" fmla="*/ 781 h 1750"/>
              <a:gd name="T14" fmla="*/ 673 w 1347"/>
              <a:gd name="T15" fmla="*/ 810 h 1750"/>
              <a:gd name="T16" fmla="*/ 949 w 1347"/>
              <a:gd name="T17" fmla="*/ 696 h 1750"/>
              <a:gd name="T18" fmla="*/ 949 w 1347"/>
              <a:gd name="T19" fmla="*/ 639 h 1750"/>
              <a:gd name="T20" fmla="*/ 891 w 1347"/>
              <a:gd name="T21" fmla="*/ 639 h 1750"/>
              <a:gd name="T22" fmla="*/ 987 w 1347"/>
              <a:gd name="T23" fmla="*/ 1525 h 1750"/>
              <a:gd name="T24" fmla="*/ 987 w 1347"/>
              <a:gd name="T25" fmla="*/ 1525 h 1750"/>
              <a:gd name="T26" fmla="*/ 360 w 1347"/>
              <a:gd name="T27" fmla="*/ 1525 h 1750"/>
              <a:gd name="T28" fmla="*/ 318 w 1347"/>
              <a:gd name="T29" fmla="*/ 1566 h 1750"/>
              <a:gd name="T30" fmla="*/ 360 w 1347"/>
              <a:gd name="T31" fmla="*/ 1607 h 1750"/>
              <a:gd name="T32" fmla="*/ 987 w 1347"/>
              <a:gd name="T33" fmla="*/ 1607 h 1750"/>
              <a:gd name="T34" fmla="*/ 1027 w 1347"/>
              <a:gd name="T35" fmla="*/ 1566 h 1750"/>
              <a:gd name="T36" fmla="*/ 987 w 1347"/>
              <a:gd name="T37" fmla="*/ 1525 h 1750"/>
              <a:gd name="T38" fmla="*/ 1347 w 1347"/>
              <a:gd name="T39" fmla="*/ 674 h 1750"/>
              <a:gd name="T40" fmla="*/ 1347 w 1347"/>
              <a:gd name="T41" fmla="*/ 674 h 1750"/>
              <a:gd name="T42" fmla="*/ 1149 w 1347"/>
              <a:gd name="T43" fmla="*/ 198 h 1750"/>
              <a:gd name="T44" fmla="*/ 673 w 1347"/>
              <a:gd name="T45" fmla="*/ 0 h 1750"/>
              <a:gd name="T46" fmla="*/ 197 w 1347"/>
              <a:gd name="T47" fmla="*/ 198 h 1750"/>
              <a:gd name="T48" fmla="*/ 0 w 1347"/>
              <a:gd name="T49" fmla="*/ 674 h 1750"/>
              <a:gd name="T50" fmla="*/ 86 w 1347"/>
              <a:gd name="T51" fmla="*/ 1005 h 1750"/>
              <a:gd name="T52" fmla="*/ 292 w 1347"/>
              <a:gd name="T53" fmla="*/ 1229 h 1750"/>
              <a:gd name="T54" fmla="*/ 292 w 1347"/>
              <a:gd name="T55" fmla="*/ 1418 h 1750"/>
              <a:gd name="T56" fmla="*/ 360 w 1347"/>
              <a:gd name="T57" fmla="*/ 1487 h 1750"/>
              <a:gd name="T58" fmla="*/ 987 w 1347"/>
              <a:gd name="T59" fmla="*/ 1487 h 1750"/>
              <a:gd name="T60" fmla="*/ 1055 w 1347"/>
              <a:gd name="T61" fmla="*/ 1418 h 1750"/>
              <a:gd name="T62" fmla="*/ 1055 w 1347"/>
              <a:gd name="T63" fmla="*/ 1229 h 1750"/>
              <a:gd name="T64" fmla="*/ 1260 w 1347"/>
              <a:gd name="T65" fmla="*/ 1005 h 1750"/>
              <a:gd name="T66" fmla="*/ 1347 w 1347"/>
              <a:gd name="T67" fmla="*/ 674 h 1750"/>
              <a:gd name="T68" fmla="*/ 1142 w 1347"/>
              <a:gd name="T69" fmla="*/ 938 h 1750"/>
              <a:gd name="T70" fmla="*/ 1142 w 1347"/>
              <a:gd name="T71" fmla="*/ 938 h 1750"/>
              <a:gd name="T72" fmla="*/ 1141 w 1347"/>
              <a:gd name="T73" fmla="*/ 938 h 1750"/>
              <a:gd name="T74" fmla="*/ 951 w 1347"/>
              <a:gd name="T75" fmla="*/ 1135 h 1750"/>
              <a:gd name="T76" fmla="*/ 919 w 1347"/>
              <a:gd name="T77" fmla="*/ 1193 h 1750"/>
              <a:gd name="T78" fmla="*/ 918 w 1347"/>
              <a:gd name="T79" fmla="*/ 1193 h 1750"/>
              <a:gd name="T80" fmla="*/ 918 w 1347"/>
              <a:gd name="T81" fmla="*/ 1350 h 1750"/>
              <a:gd name="T82" fmla="*/ 429 w 1347"/>
              <a:gd name="T83" fmla="*/ 1350 h 1750"/>
              <a:gd name="T84" fmla="*/ 429 w 1347"/>
              <a:gd name="T85" fmla="*/ 1193 h 1750"/>
              <a:gd name="T86" fmla="*/ 389 w 1347"/>
              <a:gd name="T87" fmla="*/ 1132 h 1750"/>
              <a:gd name="T88" fmla="*/ 205 w 1347"/>
              <a:gd name="T89" fmla="*/ 938 h 1750"/>
              <a:gd name="T90" fmla="*/ 136 w 1347"/>
              <a:gd name="T91" fmla="*/ 674 h 1750"/>
              <a:gd name="T92" fmla="*/ 294 w 1347"/>
              <a:gd name="T93" fmla="*/ 295 h 1750"/>
              <a:gd name="T94" fmla="*/ 673 w 1347"/>
              <a:gd name="T95" fmla="*/ 137 h 1750"/>
              <a:gd name="T96" fmla="*/ 1053 w 1347"/>
              <a:gd name="T97" fmla="*/ 295 h 1750"/>
              <a:gd name="T98" fmla="*/ 1210 w 1347"/>
              <a:gd name="T99" fmla="*/ 674 h 1750"/>
              <a:gd name="T100" fmla="*/ 1142 w 1347"/>
              <a:gd name="T101" fmla="*/ 938 h 1750"/>
              <a:gd name="T102" fmla="*/ 855 w 1347"/>
              <a:gd name="T103" fmla="*/ 1668 h 1750"/>
              <a:gd name="T104" fmla="*/ 855 w 1347"/>
              <a:gd name="T105" fmla="*/ 1668 h 1750"/>
              <a:gd name="T106" fmla="*/ 492 w 1347"/>
              <a:gd name="T107" fmla="*/ 1668 h 1750"/>
              <a:gd name="T108" fmla="*/ 450 w 1347"/>
              <a:gd name="T109" fmla="*/ 1709 h 1750"/>
              <a:gd name="T110" fmla="*/ 492 w 1347"/>
              <a:gd name="T111" fmla="*/ 1750 h 1750"/>
              <a:gd name="T112" fmla="*/ 855 w 1347"/>
              <a:gd name="T113" fmla="*/ 1750 h 1750"/>
              <a:gd name="T114" fmla="*/ 896 w 1347"/>
              <a:gd name="T115" fmla="*/ 1709 h 1750"/>
              <a:gd name="T116" fmla="*/ 855 w 1347"/>
              <a:gd name="T117" fmla="*/ 1668 h 17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347" h="1750">
                <a:moveTo>
                  <a:pt x="891" y="639"/>
                </a:moveTo>
                <a:cubicBezTo>
                  <a:pt x="836" y="694"/>
                  <a:pt x="758" y="728"/>
                  <a:pt x="673" y="728"/>
                </a:cubicBezTo>
                <a:cubicBezTo>
                  <a:pt x="631" y="728"/>
                  <a:pt x="591" y="720"/>
                  <a:pt x="555" y="706"/>
                </a:cubicBezTo>
                <a:cubicBezTo>
                  <a:pt x="517" y="691"/>
                  <a:pt x="484" y="667"/>
                  <a:pt x="456" y="639"/>
                </a:cubicBezTo>
                <a:cubicBezTo>
                  <a:pt x="440" y="623"/>
                  <a:pt x="413" y="623"/>
                  <a:pt x="398" y="639"/>
                </a:cubicBezTo>
                <a:cubicBezTo>
                  <a:pt x="382" y="655"/>
                  <a:pt x="382" y="681"/>
                  <a:pt x="397" y="696"/>
                </a:cubicBezTo>
                <a:cubicBezTo>
                  <a:pt x="433" y="732"/>
                  <a:pt x="477" y="761"/>
                  <a:pt x="525" y="781"/>
                </a:cubicBezTo>
                <a:cubicBezTo>
                  <a:pt x="570" y="800"/>
                  <a:pt x="621" y="810"/>
                  <a:pt x="673" y="810"/>
                </a:cubicBezTo>
                <a:cubicBezTo>
                  <a:pt x="781" y="810"/>
                  <a:pt x="878" y="767"/>
                  <a:pt x="949" y="696"/>
                </a:cubicBezTo>
                <a:cubicBezTo>
                  <a:pt x="965" y="681"/>
                  <a:pt x="965" y="655"/>
                  <a:pt x="949" y="639"/>
                </a:cubicBezTo>
                <a:cubicBezTo>
                  <a:pt x="933" y="623"/>
                  <a:pt x="907" y="623"/>
                  <a:pt x="891" y="639"/>
                </a:cubicBezTo>
                <a:close/>
                <a:moveTo>
                  <a:pt x="987" y="1525"/>
                </a:moveTo>
                <a:cubicBezTo>
                  <a:pt x="987" y="1525"/>
                  <a:pt x="987" y="1525"/>
                  <a:pt x="987" y="1525"/>
                </a:cubicBezTo>
                <a:cubicBezTo>
                  <a:pt x="360" y="1525"/>
                  <a:pt x="360" y="1525"/>
                  <a:pt x="360" y="1525"/>
                </a:cubicBezTo>
                <a:cubicBezTo>
                  <a:pt x="337" y="1525"/>
                  <a:pt x="318" y="1544"/>
                  <a:pt x="318" y="1566"/>
                </a:cubicBezTo>
                <a:cubicBezTo>
                  <a:pt x="318" y="1589"/>
                  <a:pt x="337" y="1607"/>
                  <a:pt x="360" y="1607"/>
                </a:cubicBezTo>
                <a:cubicBezTo>
                  <a:pt x="987" y="1607"/>
                  <a:pt x="987" y="1607"/>
                  <a:pt x="987" y="1607"/>
                </a:cubicBezTo>
                <a:cubicBezTo>
                  <a:pt x="1009" y="1607"/>
                  <a:pt x="1027" y="1589"/>
                  <a:pt x="1027" y="1566"/>
                </a:cubicBezTo>
                <a:cubicBezTo>
                  <a:pt x="1027" y="1544"/>
                  <a:pt x="1009" y="1525"/>
                  <a:pt x="987" y="1525"/>
                </a:cubicBezTo>
                <a:close/>
                <a:moveTo>
                  <a:pt x="1347" y="674"/>
                </a:moveTo>
                <a:cubicBezTo>
                  <a:pt x="1347" y="674"/>
                  <a:pt x="1347" y="674"/>
                  <a:pt x="1347" y="674"/>
                </a:cubicBezTo>
                <a:cubicBezTo>
                  <a:pt x="1347" y="488"/>
                  <a:pt x="1272" y="320"/>
                  <a:pt x="1149" y="198"/>
                </a:cubicBezTo>
                <a:cubicBezTo>
                  <a:pt x="1027" y="76"/>
                  <a:pt x="859" y="0"/>
                  <a:pt x="673" y="0"/>
                </a:cubicBezTo>
                <a:cubicBezTo>
                  <a:pt x="488" y="0"/>
                  <a:pt x="318" y="76"/>
                  <a:pt x="197" y="198"/>
                </a:cubicBezTo>
                <a:cubicBezTo>
                  <a:pt x="75" y="320"/>
                  <a:pt x="0" y="488"/>
                  <a:pt x="0" y="674"/>
                </a:cubicBezTo>
                <a:cubicBezTo>
                  <a:pt x="0" y="794"/>
                  <a:pt x="31" y="907"/>
                  <a:pt x="86" y="1005"/>
                </a:cubicBezTo>
                <a:cubicBezTo>
                  <a:pt x="138" y="1094"/>
                  <a:pt x="207" y="1171"/>
                  <a:pt x="292" y="1229"/>
                </a:cubicBezTo>
                <a:cubicBezTo>
                  <a:pt x="292" y="1418"/>
                  <a:pt x="292" y="1418"/>
                  <a:pt x="292" y="1418"/>
                </a:cubicBezTo>
                <a:cubicBezTo>
                  <a:pt x="292" y="1456"/>
                  <a:pt x="322" y="1487"/>
                  <a:pt x="360" y="1487"/>
                </a:cubicBezTo>
                <a:cubicBezTo>
                  <a:pt x="987" y="1487"/>
                  <a:pt x="987" y="1487"/>
                  <a:pt x="987" y="1487"/>
                </a:cubicBezTo>
                <a:cubicBezTo>
                  <a:pt x="1025" y="1487"/>
                  <a:pt x="1055" y="1456"/>
                  <a:pt x="1055" y="1418"/>
                </a:cubicBezTo>
                <a:cubicBezTo>
                  <a:pt x="1055" y="1229"/>
                  <a:pt x="1055" y="1229"/>
                  <a:pt x="1055" y="1229"/>
                </a:cubicBezTo>
                <a:cubicBezTo>
                  <a:pt x="1140" y="1171"/>
                  <a:pt x="1210" y="1094"/>
                  <a:pt x="1260" y="1005"/>
                </a:cubicBezTo>
                <a:cubicBezTo>
                  <a:pt x="1316" y="906"/>
                  <a:pt x="1347" y="794"/>
                  <a:pt x="1347" y="674"/>
                </a:cubicBezTo>
                <a:close/>
                <a:moveTo>
                  <a:pt x="1142" y="938"/>
                </a:moveTo>
                <a:cubicBezTo>
                  <a:pt x="1142" y="938"/>
                  <a:pt x="1142" y="938"/>
                  <a:pt x="1142" y="938"/>
                </a:cubicBezTo>
                <a:cubicBezTo>
                  <a:pt x="1141" y="938"/>
                  <a:pt x="1141" y="938"/>
                  <a:pt x="1141" y="938"/>
                </a:cubicBezTo>
                <a:cubicBezTo>
                  <a:pt x="1096" y="1019"/>
                  <a:pt x="1030" y="1087"/>
                  <a:pt x="951" y="1135"/>
                </a:cubicBezTo>
                <a:cubicBezTo>
                  <a:pt x="931" y="1147"/>
                  <a:pt x="919" y="1170"/>
                  <a:pt x="919" y="1193"/>
                </a:cubicBezTo>
                <a:cubicBezTo>
                  <a:pt x="918" y="1193"/>
                  <a:pt x="918" y="1193"/>
                  <a:pt x="918" y="1193"/>
                </a:cubicBezTo>
                <a:cubicBezTo>
                  <a:pt x="918" y="1350"/>
                  <a:pt x="918" y="1350"/>
                  <a:pt x="918" y="1350"/>
                </a:cubicBezTo>
                <a:cubicBezTo>
                  <a:pt x="429" y="1350"/>
                  <a:pt x="429" y="1350"/>
                  <a:pt x="429" y="1350"/>
                </a:cubicBezTo>
                <a:cubicBezTo>
                  <a:pt x="429" y="1193"/>
                  <a:pt x="429" y="1193"/>
                  <a:pt x="429" y="1193"/>
                </a:cubicBezTo>
                <a:cubicBezTo>
                  <a:pt x="429" y="1165"/>
                  <a:pt x="413" y="1142"/>
                  <a:pt x="389" y="1132"/>
                </a:cubicBezTo>
                <a:cubicBezTo>
                  <a:pt x="313" y="1083"/>
                  <a:pt x="249" y="1017"/>
                  <a:pt x="205" y="938"/>
                </a:cubicBezTo>
                <a:cubicBezTo>
                  <a:pt x="161" y="860"/>
                  <a:pt x="136" y="770"/>
                  <a:pt x="136" y="674"/>
                </a:cubicBezTo>
                <a:cubicBezTo>
                  <a:pt x="136" y="527"/>
                  <a:pt x="197" y="392"/>
                  <a:pt x="294" y="295"/>
                </a:cubicBezTo>
                <a:cubicBezTo>
                  <a:pt x="390" y="197"/>
                  <a:pt x="526" y="137"/>
                  <a:pt x="673" y="137"/>
                </a:cubicBezTo>
                <a:cubicBezTo>
                  <a:pt x="821" y="137"/>
                  <a:pt x="956" y="197"/>
                  <a:pt x="1053" y="295"/>
                </a:cubicBezTo>
                <a:cubicBezTo>
                  <a:pt x="1150" y="392"/>
                  <a:pt x="1210" y="527"/>
                  <a:pt x="1210" y="674"/>
                </a:cubicBezTo>
                <a:cubicBezTo>
                  <a:pt x="1210" y="771"/>
                  <a:pt x="1186" y="861"/>
                  <a:pt x="1142" y="938"/>
                </a:cubicBezTo>
                <a:close/>
                <a:moveTo>
                  <a:pt x="855" y="1668"/>
                </a:moveTo>
                <a:cubicBezTo>
                  <a:pt x="855" y="1668"/>
                  <a:pt x="855" y="1668"/>
                  <a:pt x="855" y="1668"/>
                </a:cubicBezTo>
                <a:cubicBezTo>
                  <a:pt x="492" y="1668"/>
                  <a:pt x="492" y="1668"/>
                  <a:pt x="492" y="1668"/>
                </a:cubicBezTo>
                <a:cubicBezTo>
                  <a:pt x="469" y="1668"/>
                  <a:pt x="450" y="1686"/>
                  <a:pt x="450" y="1709"/>
                </a:cubicBezTo>
                <a:cubicBezTo>
                  <a:pt x="450" y="1731"/>
                  <a:pt x="469" y="1750"/>
                  <a:pt x="492" y="1750"/>
                </a:cubicBezTo>
                <a:cubicBezTo>
                  <a:pt x="855" y="1750"/>
                  <a:pt x="855" y="1750"/>
                  <a:pt x="855" y="1750"/>
                </a:cubicBezTo>
                <a:cubicBezTo>
                  <a:pt x="877" y="1750"/>
                  <a:pt x="896" y="1731"/>
                  <a:pt x="896" y="1709"/>
                </a:cubicBezTo>
                <a:cubicBezTo>
                  <a:pt x="896" y="1686"/>
                  <a:pt x="877" y="1668"/>
                  <a:pt x="855" y="1668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1065094" y="1535236"/>
            <a:ext cx="690634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多智能体角色扮演的用户故事</a:t>
            </a:r>
          </a:p>
          <a:p>
            <a:pPr algn="dist"/>
            <a:r>
              <a:rPr lang="zh-CN" altLang="en-US" sz="4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自动生成与优化系统</a:t>
            </a:r>
          </a:p>
        </p:txBody>
      </p:sp>
      <p:sp>
        <p:nvSpPr>
          <p:cNvPr id="23" name="圆角矩形 22"/>
          <p:cNvSpPr/>
          <p:nvPr/>
        </p:nvSpPr>
        <p:spPr>
          <a:xfrm>
            <a:off x="762000" y="3150663"/>
            <a:ext cx="7620000" cy="246221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dist">
              <a:buFont typeface="Arial" pitchFamily="34" charset="0"/>
              <a:buNone/>
            </a:pP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</a:rPr>
              <a:t>System Design and Implementation of an Automatic Generation and Optimization System for User Stories of Multi-Agent Role-Playing</a:t>
            </a:r>
          </a:p>
        </p:txBody>
      </p:sp>
      <p:grpSp>
        <p:nvGrpSpPr>
          <p:cNvPr id="24" name="组合 23"/>
          <p:cNvGrpSpPr/>
          <p:nvPr/>
        </p:nvGrpSpPr>
        <p:grpSpPr>
          <a:xfrm>
            <a:off x="3069081" y="4183426"/>
            <a:ext cx="174306" cy="174304"/>
            <a:chOff x="801291" y="3535885"/>
            <a:chExt cx="219347" cy="219347"/>
          </a:xfrm>
        </p:grpSpPr>
        <p:sp>
          <p:nvSpPr>
            <p:cNvPr id="25" name="Oval 10"/>
            <p:cNvSpPr>
              <a:spLocks noChangeArrowheads="1"/>
            </p:cNvSpPr>
            <p:nvPr/>
          </p:nvSpPr>
          <p:spPr bwMode="auto">
            <a:xfrm>
              <a:off x="801291" y="3535885"/>
              <a:ext cx="219347" cy="219347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dist"/>
              <a:endParaRPr lang="zh-CN" altLang="en-US" sz="160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26" name="组合 25"/>
            <p:cNvGrpSpPr/>
            <p:nvPr/>
          </p:nvGrpSpPr>
          <p:grpSpPr>
            <a:xfrm>
              <a:off x="860980" y="3583766"/>
              <a:ext cx="100336" cy="114060"/>
              <a:chOff x="860980" y="3583766"/>
              <a:chExt cx="100336" cy="114060"/>
            </a:xfrm>
          </p:grpSpPr>
          <p:sp>
            <p:nvSpPr>
              <p:cNvPr id="27" name="Freeform 12"/>
              <p:cNvSpPr>
                <a:spLocks noEditPoints="1"/>
              </p:cNvSpPr>
              <p:nvPr/>
            </p:nvSpPr>
            <p:spPr bwMode="auto">
              <a:xfrm>
                <a:off x="884050" y="3583766"/>
                <a:ext cx="53830" cy="53740"/>
              </a:xfrm>
              <a:custGeom>
                <a:avLst/>
                <a:gdLst>
                  <a:gd name="T0" fmla="*/ 31 w 62"/>
                  <a:gd name="T1" fmla="*/ 62 h 62"/>
                  <a:gd name="T2" fmla="*/ 0 w 62"/>
                  <a:gd name="T3" fmla="*/ 31 h 62"/>
                  <a:gd name="T4" fmla="*/ 31 w 62"/>
                  <a:gd name="T5" fmla="*/ 0 h 62"/>
                  <a:gd name="T6" fmla="*/ 62 w 62"/>
                  <a:gd name="T7" fmla="*/ 31 h 62"/>
                  <a:gd name="T8" fmla="*/ 31 w 62"/>
                  <a:gd name="T9" fmla="*/ 62 h 62"/>
                  <a:gd name="T10" fmla="*/ 31 w 62"/>
                  <a:gd name="T11" fmla="*/ 11 h 62"/>
                  <a:gd name="T12" fmla="*/ 11 w 62"/>
                  <a:gd name="T13" fmla="*/ 31 h 62"/>
                  <a:gd name="T14" fmla="*/ 31 w 62"/>
                  <a:gd name="T15" fmla="*/ 51 h 62"/>
                  <a:gd name="T16" fmla="*/ 51 w 62"/>
                  <a:gd name="T17" fmla="*/ 31 h 62"/>
                  <a:gd name="T18" fmla="*/ 31 w 62"/>
                  <a:gd name="T19" fmla="*/ 11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2" h="62">
                    <a:moveTo>
                      <a:pt x="31" y="62"/>
                    </a:moveTo>
                    <a:cubicBezTo>
                      <a:pt x="14" y="62"/>
                      <a:pt x="0" y="48"/>
                      <a:pt x="0" y="31"/>
                    </a:cubicBezTo>
                    <a:cubicBezTo>
                      <a:pt x="0" y="14"/>
                      <a:pt x="14" y="0"/>
                      <a:pt x="31" y="0"/>
                    </a:cubicBezTo>
                    <a:cubicBezTo>
                      <a:pt x="48" y="0"/>
                      <a:pt x="62" y="14"/>
                      <a:pt x="62" y="31"/>
                    </a:cubicBezTo>
                    <a:cubicBezTo>
                      <a:pt x="62" y="48"/>
                      <a:pt x="48" y="62"/>
                      <a:pt x="31" y="62"/>
                    </a:cubicBezTo>
                    <a:close/>
                    <a:moveTo>
                      <a:pt x="31" y="11"/>
                    </a:moveTo>
                    <a:cubicBezTo>
                      <a:pt x="20" y="11"/>
                      <a:pt x="11" y="20"/>
                      <a:pt x="11" y="31"/>
                    </a:cubicBezTo>
                    <a:cubicBezTo>
                      <a:pt x="11" y="42"/>
                      <a:pt x="20" y="51"/>
                      <a:pt x="31" y="51"/>
                    </a:cubicBezTo>
                    <a:cubicBezTo>
                      <a:pt x="42" y="51"/>
                      <a:pt x="51" y="42"/>
                      <a:pt x="51" y="31"/>
                    </a:cubicBezTo>
                    <a:cubicBezTo>
                      <a:pt x="51" y="20"/>
                      <a:pt x="42" y="11"/>
                      <a:pt x="31" y="11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dist"/>
                <a:endParaRPr lang="zh-CN" altLang="en-US" sz="1600">
                  <a:solidFill>
                    <a:srgbClr val="FFFF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8" name="Freeform 13"/>
              <p:cNvSpPr/>
              <p:nvPr/>
            </p:nvSpPr>
            <p:spPr bwMode="auto">
              <a:xfrm>
                <a:off x="860980" y="3643355"/>
                <a:ext cx="100336" cy="54471"/>
              </a:xfrm>
              <a:custGeom>
                <a:avLst/>
                <a:gdLst>
                  <a:gd name="T0" fmla="*/ 111 w 116"/>
                  <a:gd name="T1" fmla="*/ 63 h 63"/>
                  <a:gd name="T2" fmla="*/ 105 w 116"/>
                  <a:gd name="T3" fmla="*/ 58 h 63"/>
                  <a:gd name="T4" fmla="*/ 58 w 116"/>
                  <a:gd name="T5" fmla="*/ 11 h 63"/>
                  <a:gd name="T6" fmla="*/ 11 w 116"/>
                  <a:gd name="T7" fmla="*/ 58 h 63"/>
                  <a:gd name="T8" fmla="*/ 6 w 116"/>
                  <a:gd name="T9" fmla="*/ 63 h 63"/>
                  <a:gd name="T10" fmla="*/ 0 w 116"/>
                  <a:gd name="T11" fmla="*/ 58 h 63"/>
                  <a:gd name="T12" fmla="*/ 58 w 116"/>
                  <a:gd name="T13" fmla="*/ 0 h 63"/>
                  <a:gd name="T14" fmla="*/ 116 w 116"/>
                  <a:gd name="T15" fmla="*/ 58 h 63"/>
                  <a:gd name="T16" fmla="*/ 111 w 116"/>
                  <a:gd name="T17" fmla="*/ 63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6" h="63">
                    <a:moveTo>
                      <a:pt x="111" y="63"/>
                    </a:moveTo>
                    <a:cubicBezTo>
                      <a:pt x="108" y="63"/>
                      <a:pt x="105" y="61"/>
                      <a:pt x="105" y="58"/>
                    </a:cubicBezTo>
                    <a:cubicBezTo>
                      <a:pt x="105" y="32"/>
                      <a:pt x="84" y="11"/>
                      <a:pt x="58" y="11"/>
                    </a:cubicBezTo>
                    <a:cubicBezTo>
                      <a:pt x="32" y="11"/>
                      <a:pt x="11" y="32"/>
                      <a:pt x="11" y="58"/>
                    </a:cubicBezTo>
                    <a:cubicBezTo>
                      <a:pt x="11" y="61"/>
                      <a:pt x="9" y="63"/>
                      <a:pt x="6" y="63"/>
                    </a:cubicBezTo>
                    <a:cubicBezTo>
                      <a:pt x="3" y="63"/>
                      <a:pt x="0" y="61"/>
                      <a:pt x="0" y="58"/>
                    </a:cubicBezTo>
                    <a:cubicBezTo>
                      <a:pt x="0" y="26"/>
                      <a:pt x="26" y="0"/>
                      <a:pt x="58" y="0"/>
                    </a:cubicBezTo>
                    <a:cubicBezTo>
                      <a:pt x="90" y="0"/>
                      <a:pt x="116" y="26"/>
                      <a:pt x="116" y="58"/>
                    </a:cubicBezTo>
                    <a:cubicBezTo>
                      <a:pt x="116" y="61"/>
                      <a:pt x="114" y="63"/>
                      <a:pt x="111" y="63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dist"/>
                <a:endParaRPr lang="zh-CN" altLang="en-US" sz="1600">
                  <a:solidFill>
                    <a:srgbClr val="FFFF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</p:grpSp>
      <p:grpSp>
        <p:nvGrpSpPr>
          <p:cNvPr id="29" name="Group 14"/>
          <p:cNvGrpSpPr/>
          <p:nvPr/>
        </p:nvGrpSpPr>
        <p:grpSpPr bwMode="auto">
          <a:xfrm>
            <a:off x="4813893" y="4183426"/>
            <a:ext cx="174306" cy="174304"/>
            <a:chOff x="4248" y="3024"/>
            <a:chExt cx="600" cy="599"/>
          </a:xfrm>
        </p:grpSpPr>
        <p:sp>
          <p:nvSpPr>
            <p:cNvPr id="30" name="Oval 15"/>
            <p:cNvSpPr>
              <a:spLocks noChangeArrowheads="1"/>
            </p:cNvSpPr>
            <p:nvPr/>
          </p:nvSpPr>
          <p:spPr bwMode="auto">
            <a:xfrm>
              <a:off x="4248" y="3024"/>
              <a:ext cx="600" cy="599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dist"/>
              <a:endPara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31" name="Group 16"/>
            <p:cNvGrpSpPr/>
            <p:nvPr/>
          </p:nvGrpSpPr>
          <p:grpSpPr bwMode="auto">
            <a:xfrm>
              <a:off x="4441" y="3144"/>
              <a:ext cx="215" cy="345"/>
              <a:chOff x="4441" y="3144"/>
              <a:chExt cx="215" cy="345"/>
            </a:xfrm>
          </p:grpSpPr>
          <p:sp>
            <p:nvSpPr>
              <p:cNvPr id="32" name="Freeform 17"/>
              <p:cNvSpPr>
                <a:spLocks noEditPoints="1"/>
              </p:cNvSpPr>
              <p:nvPr/>
            </p:nvSpPr>
            <p:spPr bwMode="auto">
              <a:xfrm>
                <a:off x="4474" y="3144"/>
                <a:ext cx="149" cy="253"/>
              </a:xfrm>
              <a:custGeom>
                <a:avLst/>
                <a:gdLst>
                  <a:gd name="T0" fmla="*/ 31 w 63"/>
                  <a:gd name="T1" fmla="*/ 107 h 107"/>
                  <a:gd name="T2" fmla="*/ 63 w 63"/>
                  <a:gd name="T3" fmla="*/ 78 h 107"/>
                  <a:gd name="T4" fmla="*/ 63 w 63"/>
                  <a:gd name="T5" fmla="*/ 29 h 107"/>
                  <a:gd name="T6" fmla="*/ 31 w 63"/>
                  <a:gd name="T7" fmla="*/ 0 h 107"/>
                  <a:gd name="T8" fmla="*/ 0 w 63"/>
                  <a:gd name="T9" fmla="*/ 29 h 107"/>
                  <a:gd name="T10" fmla="*/ 0 w 63"/>
                  <a:gd name="T11" fmla="*/ 78 h 107"/>
                  <a:gd name="T12" fmla="*/ 31 w 63"/>
                  <a:gd name="T13" fmla="*/ 107 h 107"/>
                  <a:gd name="T14" fmla="*/ 10 w 63"/>
                  <a:gd name="T15" fmla="*/ 29 h 107"/>
                  <a:gd name="T16" fmla="*/ 31 w 63"/>
                  <a:gd name="T17" fmla="*/ 10 h 107"/>
                  <a:gd name="T18" fmla="*/ 53 w 63"/>
                  <a:gd name="T19" fmla="*/ 29 h 107"/>
                  <a:gd name="T20" fmla="*/ 53 w 63"/>
                  <a:gd name="T21" fmla="*/ 78 h 107"/>
                  <a:gd name="T22" fmla="*/ 31 w 63"/>
                  <a:gd name="T23" fmla="*/ 97 h 107"/>
                  <a:gd name="T24" fmla="*/ 10 w 63"/>
                  <a:gd name="T25" fmla="*/ 78 h 107"/>
                  <a:gd name="T26" fmla="*/ 10 w 63"/>
                  <a:gd name="T27" fmla="*/ 29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3" h="107">
                    <a:moveTo>
                      <a:pt x="31" y="107"/>
                    </a:moveTo>
                    <a:cubicBezTo>
                      <a:pt x="49" y="107"/>
                      <a:pt x="63" y="94"/>
                      <a:pt x="63" y="78"/>
                    </a:cubicBezTo>
                    <a:cubicBezTo>
                      <a:pt x="63" y="29"/>
                      <a:pt x="63" y="29"/>
                      <a:pt x="63" y="29"/>
                    </a:cubicBezTo>
                    <a:cubicBezTo>
                      <a:pt x="63" y="13"/>
                      <a:pt x="49" y="0"/>
                      <a:pt x="31" y="0"/>
                    </a:cubicBezTo>
                    <a:cubicBezTo>
                      <a:pt x="14" y="0"/>
                      <a:pt x="0" y="13"/>
                      <a:pt x="0" y="29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0" y="94"/>
                      <a:pt x="14" y="107"/>
                      <a:pt x="31" y="107"/>
                    </a:cubicBezTo>
                    <a:close/>
                    <a:moveTo>
                      <a:pt x="10" y="29"/>
                    </a:moveTo>
                    <a:cubicBezTo>
                      <a:pt x="10" y="18"/>
                      <a:pt x="19" y="10"/>
                      <a:pt x="31" y="10"/>
                    </a:cubicBezTo>
                    <a:cubicBezTo>
                      <a:pt x="43" y="10"/>
                      <a:pt x="53" y="18"/>
                      <a:pt x="53" y="29"/>
                    </a:cubicBezTo>
                    <a:cubicBezTo>
                      <a:pt x="53" y="78"/>
                      <a:pt x="53" y="78"/>
                      <a:pt x="53" y="78"/>
                    </a:cubicBezTo>
                    <a:cubicBezTo>
                      <a:pt x="53" y="88"/>
                      <a:pt x="43" y="97"/>
                      <a:pt x="31" y="97"/>
                    </a:cubicBezTo>
                    <a:cubicBezTo>
                      <a:pt x="19" y="97"/>
                      <a:pt x="10" y="88"/>
                      <a:pt x="10" y="78"/>
                    </a:cubicBezTo>
                    <a:lnTo>
                      <a:pt x="10" y="29"/>
                    </a:lnTo>
                    <a:close/>
                  </a:path>
                </a:pathLst>
              </a:cu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dist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3" name="Freeform 18"/>
              <p:cNvSpPr/>
              <p:nvPr/>
            </p:nvSpPr>
            <p:spPr bwMode="auto">
              <a:xfrm>
                <a:off x="4441" y="3267"/>
                <a:ext cx="215" cy="222"/>
              </a:xfrm>
              <a:custGeom>
                <a:avLst/>
                <a:gdLst>
                  <a:gd name="T0" fmla="*/ 86 w 91"/>
                  <a:gd name="T1" fmla="*/ 0 h 94"/>
                  <a:gd name="T2" fmla="*/ 81 w 91"/>
                  <a:gd name="T3" fmla="*/ 5 h 94"/>
                  <a:gd name="T4" fmla="*/ 81 w 91"/>
                  <a:gd name="T5" fmla="*/ 28 h 94"/>
                  <a:gd name="T6" fmla="*/ 45 w 91"/>
                  <a:gd name="T7" fmla="*/ 59 h 94"/>
                  <a:gd name="T8" fmla="*/ 10 w 91"/>
                  <a:gd name="T9" fmla="*/ 28 h 94"/>
                  <a:gd name="T10" fmla="*/ 10 w 91"/>
                  <a:gd name="T11" fmla="*/ 5 h 94"/>
                  <a:gd name="T12" fmla="*/ 5 w 91"/>
                  <a:gd name="T13" fmla="*/ 0 h 94"/>
                  <a:gd name="T14" fmla="*/ 0 w 91"/>
                  <a:gd name="T15" fmla="*/ 5 h 94"/>
                  <a:gd name="T16" fmla="*/ 0 w 91"/>
                  <a:gd name="T17" fmla="*/ 28 h 94"/>
                  <a:gd name="T18" fmla="*/ 40 w 91"/>
                  <a:gd name="T19" fmla="*/ 69 h 94"/>
                  <a:gd name="T20" fmla="*/ 40 w 91"/>
                  <a:gd name="T21" fmla="*/ 84 h 94"/>
                  <a:gd name="T22" fmla="*/ 20 w 91"/>
                  <a:gd name="T23" fmla="*/ 84 h 94"/>
                  <a:gd name="T24" fmla="*/ 15 w 91"/>
                  <a:gd name="T25" fmla="*/ 89 h 94"/>
                  <a:gd name="T26" fmla="*/ 20 w 91"/>
                  <a:gd name="T27" fmla="*/ 94 h 94"/>
                  <a:gd name="T28" fmla="*/ 70 w 91"/>
                  <a:gd name="T29" fmla="*/ 94 h 94"/>
                  <a:gd name="T30" fmla="*/ 75 w 91"/>
                  <a:gd name="T31" fmla="*/ 89 h 94"/>
                  <a:gd name="T32" fmla="*/ 70 w 91"/>
                  <a:gd name="T33" fmla="*/ 84 h 94"/>
                  <a:gd name="T34" fmla="*/ 50 w 91"/>
                  <a:gd name="T35" fmla="*/ 84 h 94"/>
                  <a:gd name="T36" fmla="*/ 50 w 91"/>
                  <a:gd name="T37" fmla="*/ 69 h 94"/>
                  <a:gd name="T38" fmla="*/ 91 w 91"/>
                  <a:gd name="T39" fmla="*/ 28 h 94"/>
                  <a:gd name="T40" fmla="*/ 91 w 91"/>
                  <a:gd name="T41" fmla="*/ 5 h 94"/>
                  <a:gd name="T42" fmla="*/ 86 w 91"/>
                  <a:gd name="T43" fmla="*/ 0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91" h="94">
                    <a:moveTo>
                      <a:pt x="86" y="0"/>
                    </a:moveTo>
                    <a:cubicBezTo>
                      <a:pt x="83" y="0"/>
                      <a:pt x="81" y="3"/>
                      <a:pt x="81" y="5"/>
                    </a:cubicBezTo>
                    <a:cubicBezTo>
                      <a:pt x="81" y="28"/>
                      <a:pt x="81" y="28"/>
                      <a:pt x="81" y="28"/>
                    </a:cubicBezTo>
                    <a:cubicBezTo>
                      <a:pt x="81" y="45"/>
                      <a:pt x="65" y="59"/>
                      <a:pt x="45" y="59"/>
                    </a:cubicBezTo>
                    <a:cubicBezTo>
                      <a:pt x="26" y="59"/>
                      <a:pt x="10" y="45"/>
                      <a:pt x="10" y="28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10" y="2"/>
                      <a:pt x="8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18" y="67"/>
                      <a:pt x="40" y="69"/>
                    </a:cubicBezTo>
                    <a:cubicBezTo>
                      <a:pt x="40" y="84"/>
                      <a:pt x="40" y="84"/>
                      <a:pt x="40" y="84"/>
                    </a:cubicBezTo>
                    <a:cubicBezTo>
                      <a:pt x="20" y="84"/>
                      <a:pt x="20" y="84"/>
                      <a:pt x="20" y="84"/>
                    </a:cubicBezTo>
                    <a:cubicBezTo>
                      <a:pt x="18" y="84"/>
                      <a:pt x="15" y="86"/>
                      <a:pt x="15" y="89"/>
                    </a:cubicBezTo>
                    <a:cubicBezTo>
                      <a:pt x="15" y="92"/>
                      <a:pt x="18" y="94"/>
                      <a:pt x="20" y="94"/>
                    </a:cubicBezTo>
                    <a:cubicBezTo>
                      <a:pt x="70" y="94"/>
                      <a:pt x="70" y="94"/>
                      <a:pt x="70" y="94"/>
                    </a:cubicBezTo>
                    <a:cubicBezTo>
                      <a:pt x="73" y="94"/>
                      <a:pt x="75" y="92"/>
                      <a:pt x="75" y="89"/>
                    </a:cubicBezTo>
                    <a:cubicBezTo>
                      <a:pt x="75" y="86"/>
                      <a:pt x="73" y="84"/>
                      <a:pt x="70" y="84"/>
                    </a:cubicBezTo>
                    <a:cubicBezTo>
                      <a:pt x="50" y="84"/>
                      <a:pt x="50" y="84"/>
                      <a:pt x="50" y="84"/>
                    </a:cubicBezTo>
                    <a:cubicBezTo>
                      <a:pt x="50" y="69"/>
                      <a:pt x="50" y="69"/>
                      <a:pt x="50" y="69"/>
                    </a:cubicBezTo>
                    <a:cubicBezTo>
                      <a:pt x="73" y="67"/>
                      <a:pt x="91" y="49"/>
                      <a:pt x="91" y="28"/>
                    </a:cubicBezTo>
                    <a:cubicBezTo>
                      <a:pt x="91" y="5"/>
                      <a:pt x="91" y="5"/>
                      <a:pt x="91" y="5"/>
                    </a:cubicBezTo>
                    <a:cubicBezTo>
                      <a:pt x="91" y="3"/>
                      <a:pt x="88" y="0"/>
                      <a:pt x="86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dist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</p:grpSp>
      <p:sp>
        <p:nvSpPr>
          <p:cNvPr id="34" name="Text Box 19"/>
          <p:cNvSpPr txBox="1">
            <a:spLocks noChangeArrowheads="1"/>
          </p:cNvSpPr>
          <p:nvPr/>
        </p:nvSpPr>
        <p:spPr bwMode="auto">
          <a:xfrm>
            <a:off x="3256382" y="4132079"/>
            <a:ext cx="1261884" cy="253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指导老师：黄江平</a:t>
            </a:r>
            <a:endParaRPr lang="en-US" altLang="zh-CN" sz="105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5" name="Text Box 20"/>
          <p:cNvSpPr txBox="1">
            <a:spLocks noChangeArrowheads="1"/>
          </p:cNvSpPr>
          <p:nvPr/>
        </p:nvSpPr>
        <p:spPr bwMode="auto">
          <a:xfrm>
            <a:off x="5017069" y="4132079"/>
            <a:ext cx="1127232" cy="253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答辩人：罗一钢</a:t>
            </a:r>
            <a:endParaRPr lang="en-US" altLang="zh-CN" sz="105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0" y="2946544"/>
            <a:ext cx="9144000" cy="54006"/>
            <a:chOff x="2190216" y="0"/>
            <a:chExt cx="7128792" cy="108012"/>
          </a:xfrm>
        </p:grpSpPr>
        <p:sp>
          <p:nvSpPr>
            <p:cNvPr id="4" name="矩形 3"/>
            <p:cNvSpPr/>
            <p:nvPr/>
          </p:nvSpPr>
          <p:spPr>
            <a:xfrm>
              <a:off x="2190216" y="0"/>
              <a:ext cx="1188132" cy="10801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3378348" y="0"/>
              <a:ext cx="1188132" cy="10801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4566480" y="0"/>
              <a:ext cx="1188132" cy="10801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5754612" y="0"/>
              <a:ext cx="1188132" cy="10801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 37"/>
            <p:cNvSpPr/>
            <p:nvPr/>
          </p:nvSpPr>
          <p:spPr>
            <a:xfrm>
              <a:off x="6942744" y="0"/>
              <a:ext cx="1188132" cy="10801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矩形 38"/>
            <p:cNvSpPr/>
            <p:nvPr/>
          </p:nvSpPr>
          <p:spPr>
            <a:xfrm>
              <a:off x="8130876" y="0"/>
              <a:ext cx="1188132" cy="108012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F315DAF4-F7B3-7B53-8AE5-8BBA768807C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5306"/>
            <a:ext cx="1142160" cy="11368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/>
        </p:nvGrpSpPr>
        <p:grpSpPr>
          <a:xfrm>
            <a:off x="3294112" y="1125349"/>
            <a:ext cx="2555776" cy="47429"/>
            <a:chOff x="2190216" y="0"/>
            <a:chExt cx="4752528" cy="108012"/>
          </a:xfrm>
        </p:grpSpPr>
        <p:sp>
          <p:nvSpPr>
            <p:cNvPr id="4" name="矩形 3"/>
            <p:cNvSpPr/>
            <p:nvPr/>
          </p:nvSpPr>
          <p:spPr>
            <a:xfrm>
              <a:off x="2190216" y="0"/>
              <a:ext cx="1188132" cy="10801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3378348" y="0"/>
              <a:ext cx="1188132" cy="10801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4566480" y="0"/>
              <a:ext cx="1188132" cy="10801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5754612" y="0"/>
              <a:ext cx="1188132" cy="10801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3832860" y="313244"/>
            <a:ext cx="14782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ln w="6350">
                  <a:noFill/>
                </a:ln>
                <a:solidFill>
                  <a:schemeClr val="accent1"/>
                </a:solidFill>
                <a:latin typeface="Impact" pitchFamily="34" charset="0"/>
                <a:ea typeface="微软雅黑" pitchFamily="34" charset="-122"/>
              </a:rPr>
              <a:t>目  录</a:t>
            </a:r>
            <a:endParaRPr lang="en-US" altLang="zh-CN" sz="2800" b="1" dirty="0">
              <a:ln w="6350">
                <a:noFill/>
              </a:ln>
              <a:solidFill>
                <a:schemeClr val="accent1"/>
              </a:solidFill>
              <a:latin typeface="Impact" pitchFamily="34" charset="0"/>
              <a:ea typeface="微软雅黑" pitchFamily="34" charset="-122"/>
            </a:endParaRPr>
          </a:p>
          <a:p>
            <a:pPr algn="ctr"/>
            <a:r>
              <a:rPr lang="en-US" altLang="zh-CN" sz="1600" dirty="0">
                <a:ln w="6350"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CONTENTS</a:t>
            </a:r>
            <a:endParaRPr lang="zh-CN" altLang="en-US" sz="1600" dirty="0">
              <a:ln w="6350"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latin typeface="Arial" pitchFamily="34" charset="0"/>
              <a:ea typeface="微软雅黑" pitchFamily="34" charset="-122"/>
              <a:cs typeface="Arial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22514" y="2571750"/>
            <a:ext cx="1512542" cy="1895740"/>
            <a:chOff x="522514" y="3027330"/>
            <a:chExt cx="1512542" cy="1440160"/>
          </a:xfrm>
        </p:grpSpPr>
        <p:sp>
          <p:nvSpPr>
            <p:cNvPr id="54" name="矩形 53"/>
            <p:cNvSpPr/>
            <p:nvPr/>
          </p:nvSpPr>
          <p:spPr>
            <a:xfrm>
              <a:off x="522514" y="3027330"/>
              <a:ext cx="1512542" cy="1440160"/>
            </a:xfrm>
            <a:prstGeom prst="rect">
              <a:avLst/>
            </a:prstGeom>
            <a:solidFill>
              <a:schemeClr val="bg1">
                <a:lumMod val="8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5" name="直接连接符 54"/>
            <p:cNvCxnSpPr/>
            <p:nvPr/>
          </p:nvCxnSpPr>
          <p:spPr>
            <a:xfrm>
              <a:off x="522514" y="3393953"/>
              <a:ext cx="1512542" cy="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Freeform 9"/>
          <p:cNvSpPr>
            <a:spLocks noEditPoints="1"/>
          </p:cNvSpPr>
          <p:nvPr/>
        </p:nvSpPr>
        <p:spPr bwMode="auto">
          <a:xfrm>
            <a:off x="7681431" y="2080217"/>
            <a:ext cx="380484" cy="247914"/>
          </a:xfrm>
          <a:custGeom>
            <a:avLst/>
            <a:gdLst>
              <a:gd name="T0" fmla="*/ 58 w 215"/>
              <a:gd name="T1" fmla="*/ 83 h 140"/>
              <a:gd name="T2" fmla="*/ 58 w 215"/>
              <a:gd name="T3" fmla="*/ 91 h 140"/>
              <a:gd name="T4" fmla="*/ 161 w 215"/>
              <a:gd name="T5" fmla="*/ 87 h 140"/>
              <a:gd name="T6" fmla="*/ 58 w 215"/>
              <a:gd name="T7" fmla="*/ 73 h 140"/>
              <a:gd name="T8" fmla="*/ 98 w 215"/>
              <a:gd name="T9" fmla="*/ 73 h 140"/>
              <a:gd name="T10" fmla="*/ 102 w 215"/>
              <a:gd name="T11" fmla="*/ 34 h 140"/>
              <a:gd name="T12" fmla="*/ 58 w 215"/>
              <a:gd name="T13" fmla="*/ 30 h 140"/>
              <a:gd name="T14" fmla="*/ 54 w 215"/>
              <a:gd name="T15" fmla="*/ 69 h 140"/>
              <a:gd name="T16" fmla="*/ 63 w 215"/>
              <a:gd name="T17" fmla="*/ 38 h 140"/>
              <a:gd name="T18" fmla="*/ 94 w 215"/>
              <a:gd name="T19" fmla="*/ 38 h 140"/>
              <a:gd name="T20" fmla="*/ 63 w 215"/>
              <a:gd name="T21" fmla="*/ 65 h 140"/>
              <a:gd name="T22" fmla="*/ 27 w 215"/>
              <a:gd name="T23" fmla="*/ 121 h 140"/>
              <a:gd name="T24" fmla="*/ 189 w 215"/>
              <a:gd name="T25" fmla="*/ 121 h 140"/>
              <a:gd name="T26" fmla="*/ 196 w 215"/>
              <a:gd name="T27" fmla="*/ 7 h 140"/>
              <a:gd name="T28" fmla="*/ 27 w 215"/>
              <a:gd name="T29" fmla="*/ 0 h 140"/>
              <a:gd name="T30" fmla="*/ 20 w 215"/>
              <a:gd name="T31" fmla="*/ 114 h 140"/>
              <a:gd name="T32" fmla="*/ 33 w 215"/>
              <a:gd name="T33" fmla="*/ 13 h 140"/>
              <a:gd name="T34" fmla="*/ 182 w 215"/>
              <a:gd name="T35" fmla="*/ 13 h 140"/>
              <a:gd name="T36" fmla="*/ 33 w 215"/>
              <a:gd name="T37" fmla="*/ 107 h 140"/>
              <a:gd name="T38" fmla="*/ 157 w 215"/>
              <a:gd name="T39" fmla="*/ 48 h 140"/>
              <a:gd name="T40" fmla="*/ 111 w 215"/>
              <a:gd name="T41" fmla="*/ 48 h 140"/>
              <a:gd name="T42" fmla="*/ 111 w 215"/>
              <a:gd name="T43" fmla="*/ 56 h 140"/>
              <a:gd name="T44" fmla="*/ 161 w 215"/>
              <a:gd name="T45" fmla="*/ 52 h 140"/>
              <a:gd name="T46" fmla="*/ 157 w 215"/>
              <a:gd name="T47" fmla="*/ 65 h 140"/>
              <a:gd name="T48" fmla="*/ 111 w 215"/>
              <a:gd name="T49" fmla="*/ 65 h 140"/>
              <a:gd name="T50" fmla="*/ 111 w 215"/>
              <a:gd name="T51" fmla="*/ 73 h 140"/>
              <a:gd name="T52" fmla="*/ 161 w 215"/>
              <a:gd name="T53" fmla="*/ 69 h 140"/>
              <a:gd name="T54" fmla="*/ 157 w 215"/>
              <a:gd name="T55" fmla="*/ 30 h 140"/>
              <a:gd name="T56" fmla="*/ 111 w 215"/>
              <a:gd name="T57" fmla="*/ 30 h 140"/>
              <a:gd name="T58" fmla="*/ 111 w 215"/>
              <a:gd name="T59" fmla="*/ 38 h 140"/>
              <a:gd name="T60" fmla="*/ 161 w 215"/>
              <a:gd name="T61" fmla="*/ 34 h 140"/>
              <a:gd name="T62" fmla="*/ 209 w 215"/>
              <a:gd name="T63" fmla="*/ 127 h 140"/>
              <a:gd name="T64" fmla="*/ 7 w 215"/>
              <a:gd name="T65" fmla="*/ 127 h 140"/>
              <a:gd name="T66" fmla="*/ 7 w 215"/>
              <a:gd name="T67" fmla="*/ 140 h 140"/>
              <a:gd name="T68" fmla="*/ 215 w 215"/>
              <a:gd name="T69" fmla="*/ 134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5" h="140">
                <a:moveTo>
                  <a:pt x="157" y="83"/>
                </a:moveTo>
                <a:cubicBezTo>
                  <a:pt x="58" y="83"/>
                  <a:pt x="58" y="83"/>
                  <a:pt x="58" y="83"/>
                </a:cubicBezTo>
                <a:cubicBezTo>
                  <a:pt x="56" y="83"/>
                  <a:pt x="54" y="84"/>
                  <a:pt x="54" y="87"/>
                </a:cubicBezTo>
                <a:cubicBezTo>
                  <a:pt x="54" y="89"/>
                  <a:pt x="56" y="91"/>
                  <a:pt x="58" y="91"/>
                </a:cubicBezTo>
                <a:cubicBezTo>
                  <a:pt x="157" y="91"/>
                  <a:pt x="157" y="91"/>
                  <a:pt x="157" y="91"/>
                </a:cubicBezTo>
                <a:cubicBezTo>
                  <a:pt x="159" y="91"/>
                  <a:pt x="161" y="89"/>
                  <a:pt x="161" y="87"/>
                </a:cubicBezTo>
                <a:cubicBezTo>
                  <a:pt x="161" y="84"/>
                  <a:pt x="159" y="83"/>
                  <a:pt x="157" y="83"/>
                </a:cubicBezTo>
                <a:close/>
                <a:moveTo>
                  <a:pt x="58" y="73"/>
                </a:moveTo>
                <a:cubicBezTo>
                  <a:pt x="58" y="73"/>
                  <a:pt x="58" y="73"/>
                  <a:pt x="58" y="73"/>
                </a:cubicBezTo>
                <a:cubicBezTo>
                  <a:pt x="98" y="73"/>
                  <a:pt x="98" y="73"/>
                  <a:pt x="98" y="73"/>
                </a:cubicBezTo>
                <a:cubicBezTo>
                  <a:pt x="100" y="73"/>
                  <a:pt x="102" y="71"/>
                  <a:pt x="102" y="69"/>
                </a:cubicBezTo>
                <a:cubicBezTo>
                  <a:pt x="102" y="34"/>
                  <a:pt x="102" y="34"/>
                  <a:pt x="102" y="34"/>
                </a:cubicBezTo>
                <a:cubicBezTo>
                  <a:pt x="102" y="32"/>
                  <a:pt x="100" y="30"/>
                  <a:pt x="98" y="30"/>
                </a:cubicBezTo>
                <a:cubicBezTo>
                  <a:pt x="58" y="30"/>
                  <a:pt x="58" y="30"/>
                  <a:pt x="58" y="30"/>
                </a:cubicBezTo>
                <a:cubicBezTo>
                  <a:pt x="56" y="30"/>
                  <a:pt x="54" y="32"/>
                  <a:pt x="54" y="34"/>
                </a:cubicBezTo>
                <a:cubicBezTo>
                  <a:pt x="54" y="69"/>
                  <a:pt x="54" y="69"/>
                  <a:pt x="54" y="69"/>
                </a:cubicBezTo>
                <a:cubicBezTo>
                  <a:pt x="54" y="71"/>
                  <a:pt x="56" y="73"/>
                  <a:pt x="58" y="73"/>
                </a:cubicBezTo>
                <a:close/>
                <a:moveTo>
                  <a:pt x="63" y="38"/>
                </a:moveTo>
                <a:cubicBezTo>
                  <a:pt x="63" y="38"/>
                  <a:pt x="63" y="38"/>
                  <a:pt x="63" y="38"/>
                </a:cubicBezTo>
                <a:cubicBezTo>
                  <a:pt x="94" y="38"/>
                  <a:pt x="94" y="38"/>
                  <a:pt x="94" y="38"/>
                </a:cubicBezTo>
                <a:cubicBezTo>
                  <a:pt x="94" y="65"/>
                  <a:pt x="94" y="65"/>
                  <a:pt x="94" y="65"/>
                </a:cubicBezTo>
                <a:cubicBezTo>
                  <a:pt x="63" y="65"/>
                  <a:pt x="63" y="65"/>
                  <a:pt x="63" y="65"/>
                </a:cubicBezTo>
                <a:cubicBezTo>
                  <a:pt x="63" y="38"/>
                  <a:pt x="63" y="38"/>
                  <a:pt x="63" y="38"/>
                </a:cubicBezTo>
                <a:close/>
                <a:moveTo>
                  <a:pt x="27" y="121"/>
                </a:moveTo>
                <a:cubicBezTo>
                  <a:pt x="27" y="121"/>
                  <a:pt x="27" y="121"/>
                  <a:pt x="27" y="121"/>
                </a:cubicBezTo>
                <a:cubicBezTo>
                  <a:pt x="189" y="121"/>
                  <a:pt x="189" y="121"/>
                  <a:pt x="189" y="121"/>
                </a:cubicBezTo>
                <a:cubicBezTo>
                  <a:pt x="193" y="121"/>
                  <a:pt x="196" y="118"/>
                  <a:pt x="196" y="114"/>
                </a:cubicBezTo>
                <a:cubicBezTo>
                  <a:pt x="196" y="7"/>
                  <a:pt x="196" y="7"/>
                  <a:pt x="196" y="7"/>
                </a:cubicBezTo>
                <a:cubicBezTo>
                  <a:pt x="196" y="3"/>
                  <a:pt x="193" y="0"/>
                  <a:pt x="189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23" y="0"/>
                  <a:pt x="20" y="3"/>
                  <a:pt x="20" y="7"/>
                </a:cubicBezTo>
                <a:cubicBezTo>
                  <a:pt x="20" y="114"/>
                  <a:pt x="20" y="114"/>
                  <a:pt x="20" y="114"/>
                </a:cubicBezTo>
                <a:cubicBezTo>
                  <a:pt x="20" y="118"/>
                  <a:pt x="23" y="121"/>
                  <a:pt x="27" y="121"/>
                </a:cubicBezTo>
                <a:close/>
                <a:moveTo>
                  <a:pt x="33" y="13"/>
                </a:moveTo>
                <a:cubicBezTo>
                  <a:pt x="33" y="13"/>
                  <a:pt x="33" y="13"/>
                  <a:pt x="33" y="13"/>
                </a:cubicBezTo>
                <a:cubicBezTo>
                  <a:pt x="182" y="13"/>
                  <a:pt x="182" y="13"/>
                  <a:pt x="182" y="13"/>
                </a:cubicBezTo>
                <a:cubicBezTo>
                  <a:pt x="182" y="107"/>
                  <a:pt x="182" y="107"/>
                  <a:pt x="182" y="107"/>
                </a:cubicBezTo>
                <a:cubicBezTo>
                  <a:pt x="33" y="107"/>
                  <a:pt x="33" y="107"/>
                  <a:pt x="33" y="107"/>
                </a:cubicBezTo>
                <a:cubicBezTo>
                  <a:pt x="33" y="13"/>
                  <a:pt x="33" y="13"/>
                  <a:pt x="33" y="13"/>
                </a:cubicBezTo>
                <a:close/>
                <a:moveTo>
                  <a:pt x="157" y="48"/>
                </a:moveTo>
                <a:cubicBezTo>
                  <a:pt x="157" y="48"/>
                  <a:pt x="157" y="48"/>
                  <a:pt x="157" y="48"/>
                </a:cubicBezTo>
                <a:cubicBezTo>
                  <a:pt x="111" y="48"/>
                  <a:pt x="111" y="48"/>
                  <a:pt x="111" y="48"/>
                </a:cubicBezTo>
                <a:cubicBezTo>
                  <a:pt x="108" y="48"/>
                  <a:pt x="107" y="49"/>
                  <a:pt x="107" y="52"/>
                </a:cubicBezTo>
                <a:cubicBezTo>
                  <a:pt x="107" y="54"/>
                  <a:pt x="108" y="56"/>
                  <a:pt x="111" y="56"/>
                </a:cubicBezTo>
                <a:cubicBezTo>
                  <a:pt x="157" y="56"/>
                  <a:pt x="157" y="56"/>
                  <a:pt x="157" y="56"/>
                </a:cubicBezTo>
                <a:cubicBezTo>
                  <a:pt x="159" y="56"/>
                  <a:pt x="161" y="54"/>
                  <a:pt x="161" y="52"/>
                </a:cubicBezTo>
                <a:cubicBezTo>
                  <a:pt x="161" y="49"/>
                  <a:pt x="159" y="48"/>
                  <a:pt x="157" y="48"/>
                </a:cubicBezTo>
                <a:close/>
                <a:moveTo>
                  <a:pt x="157" y="65"/>
                </a:moveTo>
                <a:cubicBezTo>
                  <a:pt x="157" y="65"/>
                  <a:pt x="157" y="65"/>
                  <a:pt x="157" y="65"/>
                </a:cubicBezTo>
                <a:cubicBezTo>
                  <a:pt x="111" y="65"/>
                  <a:pt x="111" y="65"/>
                  <a:pt x="111" y="65"/>
                </a:cubicBezTo>
                <a:cubicBezTo>
                  <a:pt x="108" y="65"/>
                  <a:pt x="107" y="67"/>
                  <a:pt x="107" y="69"/>
                </a:cubicBezTo>
                <a:cubicBezTo>
                  <a:pt x="107" y="71"/>
                  <a:pt x="108" y="73"/>
                  <a:pt x="111" y="73"/>
                </a:cubicBezTo>
                <a:cubicBezTo>
                  <a:pt x="157" y="73"/>
                  <a:pt x="157" y="73"/>
                  <a:pt x="157" y="73"/>
                </a:cubicBezTo>
                <a:cubicBezTo>
                  <a:pt x="159" y="73"/>
                  <a:pt x="161" y="71"/>
                  <a:pt x="161" y="69"/>
                </a:cubicBezTo>
                <a:cubicBezTo>
                  <a:pt x="161" y="67"/>
                  <a:pt x="159" y="65"/>
                  <a:pt x="157" y="65"/>
                </a:cubicBezTo>
                <a:close/>
                <a:moveTo>
                  <a:pt x="157" y="30"/>
                </a:moveTo>
                <a:cubicBezTo>
                  <a:pt x="157" y="30"/>
                  <a:pt x="157" y="30"/>
                  <a:pt x="157" y="30"/>
                </a:cubicBezTo>
                <a:cubicBezTo>
                  <a:pt x="111" y="30"/>
                  <a:pt x="111" y="30"/>
                  <a:pt x="111" y="30"/>
                </a:cubicBezTo>
                <a:cubicBezTo>
                  <a:pt x="108" y="30"/>
                  <a:pt x="107" y="32"/>
                  <a:pt x="107" y="34"/>
                </a:cubicBezTo>
                <a:cubicBezTo>
                  <a:pt x="107" y="37"/>
                  <a:pt x="108" y="38"/>
                  <a:pt x="111" y="38"/>
                </a:cubicBezTo>
                <a:cubicBezTo>
                  <a:pt x="157" y="38"/>
                  <a:pt x="157" y="38"/>
                  <a:pt x="157" y="38"/>
                </a:cubicBezTo>
                <a:cubicBezTo>
                  <a:pt x="159" y="38"/>
                  <a:pt x="161" y="37"/>
                  <a:pt x="161" y="34"/>
                </a:cubicBezTo>
                <a:cubicBezTo>
                  <a:pt x="161" y="32"/>
                  <a:pt x="159" y="30"/>
                  <a:pt x="157" y="30"/>
                </a:cubicBezTo>
                <a:close/>
                <a:moveTo>
                  <a:pt x="209" y="127"/>
                </a:moveTo>
                <a:cubicBezTo>
                  <a:pt x="209" y="127"/>
                  <a:pt x="209" y="127"/>
                  <a:pt x="209" y="127"/>
                </a:cubicBezTo>
                <a:cubicBezTo>
                  <a:pt x="7" y="127"/>
                  <a:pt x="7" y="127"/>
                  <a:pt x="7" y="127"/>
                </a:cubicBezTo>
                <a:cubicBezTo>
                  <a:pt x="3" y="127"/>
                  <a:pt x="0" y="130"/>
                  <a:pt x="0" y="134"/>
                </a:cubicBezTo>
                <a:cubicBezTo>
                  <a:pt x="0" y="137"/>
                  <a:pt x="3" y="140"/>
                  <a:pt x="7" y="140"/>
                </a:cubicBezTo>
                <a:cubicBezTo>
                  <a:pt x="209" y="140"/>
                  <a:pt x="209" y="140"/>
                  <a:pt x="209" y="140"/>
                </a:cubicBezTo>
                <a:cubicBezTo>
                  <a:pt x="212" y="140"/>
                  <a:pt x="215" y="137"/>
                  <a:pt x="215" y="134"/>
                </a:cubicBezTo>
                <a:cubicBezTo>
                  <a:pt x="215" y="130"/>
                  <a:pt x="212" y="127"/>
                  <a:pt x="209" y="127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0" name="Freeform 10"/>
          <p:cNvSpPr>
            <a:spLocks noEditPoints="1"/>
          </p:cNvSpPr>
          <p:nvPr/>
        </p:nvSpPr>
        <p:spPr bwMode="auto">
          <a:xfrm>
            <a:off x="2800042" y="2062748"/>
            <a:ext cx="286864" cy="287612"/>
          </a:xfrm>
          <a:custGeom>
            <a:avLst/>
            <a:gdLst>
              <a:gd name="T0" fmla="*/ 47 w 162"/>
              <a:gd name="T1" fmla="*/ 34 h 163"/>
              <a:gd name="T2" fmla="*/ 34 w 162"/>
              <a:gd name="T3" fmla="*/ 47 h 163"/>
              <a:gd name="T4" fmla="*/ 32 w 162"/>
              <a:gd name="T5" fmla="*/ 61 h 163"/>
              <a:gd name="T6" fmla="*/ 41 w 162"/>
              <a:gd name="T7" fmla="*/ 52 h 163"/>
              <a:gd name="T8" fmla="*/ 52 w 162"/>
              <a:gd name="T9" fmla="*/ 41 h 163"/>
              <a:gd name="T10" fmla="*/ 60 w 162"/>
              <a:gd name="T11" fmla="*/ 32 h 163"/>
              <a:gd name="T12" fmla="*/ 160 w 162"/>
              <a:gd name="T13" fmla="*/ 150 h 163"/>
              <a:gd name="T14" fmla="*/ 130 w 162"/>
              <a:gd name="T15" fmla="*/ 121 h 163"/>
              <a:gd name="T16" fmla="*/ 147 w 162"/>
              <a:gd name="T17" fmla="*/ 74 h 163"/>
              <a:gd name="T18" fmla="*/ 142 w 162"/>
              <a:gd name="T19" fmla="*/ 46 h 163"/>
              <a:gd name="T20" fmla="*/ 126 w 162"/>
              <a:gd name="T21" fmla="*/ 22 h 163"/>
              <a:gd name="T22" fmla="*/ 74 w 162"/>
              <a:gd name="T23" fmla="*/ 0 h 163"/>
              <a:gd name="T24" fmla="*/ 6 w 162"/>
              <a:gd name="T25" fmla="*/ 46 h 163"/>
              <a:gd name="T26" fmla="*/ 5 w 162"/>
              <a:gd name="T27" fmla="*/ 102 h 163"/>
              <a:gd name="T28" fmla="*/ 21 w 162"/>
              <a:gd name="T29" fmla="*/ 126 h 163"/>
              <a:gd name="T30" fmla="*/ 45 w 162"/>
              <a:gd name="T31" fmla="*/ 142 h 163"/>
              <a:gd name="T32" fmla="*/ 45 w 162"/>
              <a:gd name="T33" fmla="*/ 142 h 163"/>
              <a:gd name="T34" fmla="*/ 102 w 162"/>
              <a:gd name="T35" fmla="*/ 142 h 163"/>
              <a:gd name="T36" fmla="*/ 150 w 162"/>
              <a:gd name="T37" fmla="*/ 160 h 163"/>
              <a:gd name="T38" fmla="*/ 160 w 162"/>
              <a:gd name="T39" fmla="*/ 150 h 163"/>
              <a:gd name="T40" fmla="*/ 116 w 162"/>
              <a:gd name="T41" fmla="*/ 117 h 163"/>
              <a:gd name="T42" fmla="*/ 97 w 162"/>
              <a:gd name="T43" fmla="*/ 130 h 163"/>
              <a:gd name="T44" fmla="*/ 51 w 162"/>
              <a:gd name="T45" fmla="*/ 130 h 163"/>
              <a:gd name="T46" fmla="*/ 31 w 162"/>
              <a:gd name="T47" fmla="*/ 117 h 163"/>
              <a:gd name="T48" fmla="*/ 31 w 162"/>
              <a:gd name="T49" fmla="*/ 117 h 163"/>
              <a:gd name="T50" fmla="*/ 18 w 162"/>
              <a:gd name="T51" fmla="*/ 97 h 163"/>
              <a:gd name="T52" fmla="*/ 18 w 162"/>
              <a:gd name="T53" fmla="*/ 51 h 163"/>
              <a:gd name="T54" fmla="*/ 74 w 162"/>
              <a:gd name="T55" fmla="*/ 14 h 163"/>
              <a:gd name="T56" fmla="*/ 116 w 162"/>
              <a:gd name="T57" fmla="*/ 31 h 163"/>
              <a:gd name="T58" fmla="*/ 129 w 162"/>
              <a:gd name="T59" fmla="*/ 51 h 163"/>
              <a:gd name="T60" fmla="*/ 134 w 162"/>
              <a:gd name="T61" fmla="*/ 74 h 163"/>
              <a:gd name="T62" fmla="*/ 116 w 162"/>
              <a:gd name="T63" fmla="*/ 117 h 163"/>
              <a:gd name="T64" fmla="*/ 117 w 162"/>
              <a:gd name="T65" fmla="*/ 70 h 163"/>
              <a:gd name="T66" fmla="*/ 110 w 162"/>
              <a:gd name="T67" fmla="*/ 89 h 163"/>
              <a:gd name="T68" fmla="*/ 102 w 162"/>
              <a:gd name="T69" fmla="*/ 102 h 163"/>
              <a:gd name="T70" fmla="*/ 74 w 162"/>
              <a:gd name="T71" fmla="*/ 114 h 163"/>
              <a:gd name="T72" fmla="*/ 74 w 162"/>
              <a:gd name="T73" fmla="*/ 122 h 163"/>
              <a:gd name="T74" fmla="*/ 107 w 162"/>
              <a:gd name="T75" fmla="*/ 108 h 163"/>
              <a:gd name="T76" fmla="*/ 118 w 162"/>
              <a:gd name="T77" fmla="*/ 92 h 163"/>
              <a:gd name="T78" fmla="*/ 117 w 162"/>
              <a:gd name="T79" fmla="*/ 70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162" h="163">
                <a:moveTo>
                  <a:pt x="55" y="30"/>
                </a:moveTo>
                <a:cubicBezTo>
                  <a:pt x="52" y="31"/>
                  <a:pt x="50" y="33"/>
                  <a:pt x="47" y="34"/>
                </a:cubicBezTo>
                <a:cubicBezTo>
                  <a:pt x="44" y="36"/>
                  <a:pt x="42" y="38"/>
                  <a:pt x="40" y="40"/>
                </a:cubicBezTo>
                <a:cubicBezTo>
                  <a:pt x="38" y="42"/>
                  <a:pt x="36" y="45"/>
                  <a:pt x="34" y="47"/>
                </a:cubicBezTo>
                <a:cubicBezTo>
                  <a:pt x="32" y="50"/>
                  <a:pt x="31" y="53"/>
                  <a:pt x="30" y="55"/>
                </a:cubicBezTo>
                <a:cubicBezTo>
                  <a:pt x="29" y="57"/>
                  <a:pt x="30" y="60"/>
                  <a:pt x="32" y="61"/>
                </a:cubicBezTo>
                <a:cubicBezTo>
                  <a:pt x="34" y="62"/>
                  <a:pt x="36" y="61"/>
                  <a:pt x="37" y="59"/>
                </a:cubicBezTo>
                <a:cubicBezTo>
                  <a:pt x="38" y="56"/>
                  <a:pt x="39" y="54"/>
                  <a:pt x="41" y="52"/>
                </a:cubicBezTo>
                <a:cubicBezTo>
                  <a:pt x="42" y="50"/>
                  <a:pt x="44" y="48"/>
                  <a:pt x="46" y="46"/>
                </a:cubicBezTo>
                <a:cubicBezTo>
                  <a:pt x="48" y="44"/>
                  <a:pt x="49" y="43"/>
                  <a:pt x="52" y="41"/>
                </a:cubicBezTo>
                <a:cubicBezTo>
                  <a:pt x="54" y="40"/>
                  <a:pt x="56" y="38"/>
                  <a:pt x="58" y="37"/>
                </a:cubicBezTo>
                <a:cubicBezTo>
                  <a:pt x="60" y="37"/>
                  <a:pt x="61" y="34"/>
                  <a:pt x="60" y="32"/>
                </a:cubicBezTo>
                <a:cubicBezTo>
                  <a:pt x="59" y="30"/>
                  <a:pt x="57" y="29"/>
                  <a:pt x="55" y="30"/>
                </a:cubicBezTo>
                <a:close/>
                <a:moveTo>
                  <a:pt x="160" y="150"/>
                </a:moveTo>
                <a:cubicBezTo>
                  <a:pt x="160" y="150"/>
                  <a:pt x="160" y="150"/>
                  <a:pt x="160" y="150"/>
                </a:cubicBezTo>
                <a:cubicBezTo>
                  <a:pt x="130" y="121"/>
                  <a:pt x="130" y="121"/>
                  <a:pt x="130" y="121"/>
                </a:cubicBezTo>
                <a:cubicBezTo>
                  <a:pt x="135" y="115"/>
                  <a:pt x="139" y="109"/>
                  <a:pt x="142" y="102"/>
                </a:cubicBezTo>
                <a:cubicBezTo>
                  <a:pt x="145" y="93"/>
                  <a:pt x="147" y="84"/>
                  <a:pt x="147" y="74"/>
                </a:cubicBezTo>
                <a:cubicBezTo>
                  <a:pt x="147" y="64"/>
                  <a:pt x="145" y="55"/>
                  <a:pt x="142" y="46"/>
                </a:cubicBezTo>
                <a:cubicBezTo>
                  <a:pt x="142" y="46"/>
                  <a:pt x="142" y="46"/>
                  <a:pt x="142" y="46"/>
                </a:cubicBezTo>
                <a:cubicBezTo>
                  <a:pt x="138" y="37"/>
                  <a:pt x="133" y="29"/>
                  <a:pt x="126" y="22"/>
                </a:cubicBezTo>
                <a:cubicBezTo>
                  <a:pt x="126" y="22"/>
                  <a:pt x="126" y="22"/>
                  <a:pt x="126" y="22"/>
                </a:cubicBezTo>
                <a:cubicBezTo>
                  <a:pt x="119" y="15"/>
                  <a:pt x="111" y="10"/>
                  <a:pt x="102" y="6"/>
                </a:cubicBezTo>
                <a:cubicBezTo>
                  <a:pt x="93" y="2"/>
                  <a:pt x="84" y="0"/>
                  <a:pt x="74" y="0"/>
                </a:cubicBezTo>
                <a:cubicBezTo>
                  <a:pt x="53" y="0"/>
                  <a:pt x="35" y="8"/>
                  <a:pt x="21" y="22"/>
                </a:cubicBezTo>
                <a:cubicBezTo>
                  <a:pt x="15" y="29"/>
                  <a:pt x="9" y="37"/>
                  <a:pt x="6" y="46"/>
                </a:cubicBezTo>
                <a:cubicBezTo>
                  <a:pt x="2" y="55"/>
                  <a:pt x="0" y="64"/>
                  <a:pt x="0" y="74"/>
                </a:cubicBezTo>
                <a:cubicBezTo>
                  <a:pt x="0" y="84"/>
                  <a:pt x="2" y="93"/>
                  <a:pt x="5" y="102"/>
                </a:cubicBezTo>
                <a:cubicBezTo>
                  <a:pt x="6" y="102"/>
                  <a:pt x="6" y="102"/>
                  <a:pt x="6" y="102"/>
                </a:cubicBezTo>
                <a:cubicBezTo>
                  <a:pt x="9" y="111"/>
                  <a:pt x="15" y="119"/>
                  <a:pt x="21" y="126"/>
                </a:cubicBezTo>
                <a:cubicBezTo>
                  <a:pt x="22" y="126"/>
                  <a:pt x="22" y="126"/>
                  <a:pt x="22" y="126"/>
                </a:cubicBezTo>
                <a:cubicBezTo>
                  <a:pt x="28" y="133"/>
                  <a:pt x="36" y="138"/>
                  <a:pt x="45" y="142"/>
                </a:cubicBezTo>
                <a:cubicBezTo>
                  <a:pt x="45" y="142"/>
                  <a:pt x="45" y="142"/>
                  <a:pt x="45" y="142"/>
                </a:cubicBezTo>
                <a:cubicBezTo>
                  <a:pt x="45" y="142"/>
                  <a:pt x="45" y="142"/>
                  <a:pt x="45" y="142"/>
                </a:cubicBezTo>
                <a:cubicBezTo>
                  <a:pt x="54" y="146"/>
                  <a:pt x="64" y="148"/>
                  <a:pt x="74" y="148"/>
                </a:cubicBezTo>
                <a:cubicBezTo>
                  <a:pt x="84" y="148"/>
                  <a:pt x="93" y="146"/>
                  <a:pt x="102" y="142"/>
                </a:cubicBezTo>
                <a:cubicBezTo>
                  <a:pt x="109" y="139"/>
                  <a:pt x="115" y="135"/>
                  <a:pt x="121" y="131"/>
                </a:cubicBezTo>
                <a:cubicBezTo>
                  <a:pt x="150" y="160"/>
                  <a:pt x="150" y="160"/>
                  <a:pt x="150" y="160"/>
                </a:cubicBezTo>
                <a:cubicBezTo>
                  <a:pt x="153" y="163"/>
                  <a:pt x="157" y="163"/>
                  <a:pt x="160" y="160"/>
                </a:cubicBezTo>
                <a:cubicBezTo>
                  <a:pt x="162" y="157"/>
                  <a:pt x="162" y="153"/>
                  <a:pt x="160" y="150"/>
                </a:cubicBezTo>
                <a:close/>
                <a:moveTo>
                  <a:pt x="116" y="117"/>
                </a:moveTo>
                <a:cubicBezTo>
                  <a:pt x="116" y="117"/>
                  <a:pt x="116" y="117"/>
                  <a:pt x="116" y="117"/>
                </a:cubicBezTo>
                <a:cubicBezTo>
                  <a:pt x="116" y="117"/>
                  <a:pt x="116" y="117"/>
                  <a:pt x="116" y="117"/>
                </a:cubicBezTo>
                <a:cubicBezTo>
                  <a:pt x="111" y="122"/>
                  <a:pt x="104" y="127"/>
                  <a:pt x="97" y="130"/>
                </a:cubicBezTo>
                <a:cubicBezTo>
                  <a:pt x="90" y="133"/>
                  <a:pt x="82" y="134"/>
                  <a:pt x="74" y="134"/>
                </a:cubicBezTo>
                <a:cubicBezTo>
                  <a:pt x="65" y="134"/>
                  <a:pt x="58" y="133"/>
                  <a:pt x="51" y="130"/>
                </a:cubicBezTo>
                <a:cubicBezTo>
                  <a:pt x="51" y="130"/>
                  <a:pt x="51" y="130"/>
                  <a:pt x="51" y="130"/>
                </a:cubicBezTo>
                <a:cubicBezTo>
                  <a:pt x="43" y="127"/>
                  <a:pt x="37" y="122"/>
                  <a:pt x="31" y="117"/>
                </a:cubicBezTo>
                <a:cubicBezTo>
                  <a:pt x="31" y="117"/>
                  <a:pt x="31" y="117"/>
                  <a:pt x="31" y="117"/>
                </a:cubicBezTo>
                <a:cubicBezTo>
                  <a:pt x="31" y="117"/>
                  <a:pt x="31" y="117"/>
                  <a:pt x="31" y="117"/>
                </a:cubicBezTo>
                <a:cubicBezTo>
                  <a:pt x="26" y="111"/>
                  <a:pt x="21" y="104"/>
                  <a:pt x="18" y="97"/>
                </a:cubicBezTo>
                <a:cubicBezTo>
                  <a:pt x="18" y="97"/>
                  <a:pt x="18" y="97"/>
                  <a:pt x="18" y="97"/>
                </a:cubicBezTo>
                <a:cubicBezTo>
                  <a:pt x="15" y="90"/>
                  <a:pt x="13" y="82"/>
                  <a:pt x="13" y="74"/>
                </a:cubicBezTo>
                <a:cubicBezTo>
                  <a:pt x="13" y="66"/>
                  <a:pt x="15" y="58"/>
                  <a:pt x="18" y="51"/>
                </a:cubicBezTo>
                <a:cubicBezTo>
                  <a:pt x="21" y="44"/>
                  <a:pt x="26" y="37"/>
                  <a:pt x="31" y="31"/>
                </a:cubicBezTo>
                <a:cubicBezTo>
                  <a:pt x="42" y="21"/>
                  <a:pt x="57" y="14"/>
                  <a:pt x="74" y="14"/>
                </a:cubicBezTo>
                <a:cubicBezTo>
                  <a:pt x="82" y="14"/>
                  <a:pt x="90" y="15"/>
                  <a:pt x="97" y="18"/>
                </a:cubicBezTo>
                <a:cubicBezTo>
                  <a:pt x="104" y="21"/>
                  <a:pt x="111" y="26"/>
                  <a:pt x="116" y="31"/>
                </a:cubicBezTo>
                <a:cubicBezTo>
                  <a:pt x="117" y="32"/>
                  <a:pt x="117" y="32"/>
                  <a:pt x="117" y="32"/>
                </a:cubicBezTo>
                <a:cubicBezTo>
                  <a:pt x="122" y="37"/>
                  <a:pt x="126" y="44"/>
                  <a:pt x="129" y="51"/>
                </a:cubicBezTo>
                <a:cubicBezTo>
                  <a:pt x="129" y="51"/>
                  <a:pt x="129" y="51"/>
                  <a:pt x="129" y="51"/>
                </a:cubicBezTo>
                <a:cubicBezTo>
                  <a:pt x="132" y="58"/>
                  <a:pt x="134" y="66"/>
                  <a:pt x="134" y="74"/>
                </a:cubicBezTo>
                <a:cubicBezTo>
                  <a:pt x="134" y="82"/>
                  <a:pt x="132" y="90"/>
                  <a:pt x="129" y="97"/>
                </a:cubicBezTo>
                <a:cubicBezTo>
                  <a:pt x="126" y="104"/>
                  <a:pt x="122" y="111"/>
                  <a:pt x="116" y="117"/>
                </a:cubicBezTo>
                <a:close/>
                <a:moveTo>
                  <a:pt x="117" y="70"/>
                </a:moveTo>
                <a:cubicBezTo>
                  <a:pt x="117" y="70"/>
                  <a:pt x="117" y="70"/>
                  <a:pt x="117" y="70"/>
                </a:cubicBezTo>
                <a:cubicBezTo>
                  <a:pt x="115" y="70"/>
                  <a:pt x="113" y="72"/>
                  <a:pt x="113" y="74"/>
                </a:cubicBezTo>
                <a:cubicBezTo>
                  <a:pt x="113" y="79"/>
                  <a:pt x="112" y="84"/>
                  <a:pt x="110" y="89"/>
                </a:cubicBezTo>
                <a:cubicBezTo>
                  <a:pt x="110" y="89"/>
                  <a:pt x="110" y="89"/>
                  <a:pt x="110" y="89"/>
                </a:cubicBezTo>
                <a:cubicBezTo>
                  <a:pt x="108" y="94"/>
                  <a:pt x="105" y="98"/>
                  <a:pt x="102" y="102"/>
                </a:cubicBezTo>
                <a:cubicBezTo>
                  <a:pt x="98" y="106"/>
                  <a:pt x="94" y="109"/>
                  <a:pt x="89" y="111"/>
                </a:cubicBezTo>
                <a:cubicBezTo>
                  <a:pt x="84" y="113"/>
                  <a:pt x="79" y="114"/>
                  <a:pt x="74" y="114"/>
                </a:cubicBezTo>
                <a:cubicBezTo>
                  <a:pt x="71" y="114"/>
                  <a:pt x="70" y="115"/>
                  <a:pt x="70" y="118"/>
                </a:cubicBezTo>
                <a:cubicBezTo>
                  <a:pt x="70" y="120"/>
                  <a:pt x="71" y="122"/>
                  <a:pt x="74" y="122"/>
                </a:cubicBezTo>
                <a:cubicBezTo>
                  <a:pt x="80" y="122"/>
                  <a:pt x="86" y="120"/>
                  <a:pt x="92" y="118"/>
                </a:cubicBezTo>
                <a:cubicBezTo>
                  <a:pt x="98" y="116"/>
                  <a:pt x="103" y="112"/>
                  <a:pt x="107" y="108"/>
                </a:cubicBezTo>
                <a:cubicBezTo>
                  <a:pt x="112" y="103"/>
                  <a:pt x="115" y="98"/>
                  <a:pt x="118" y="92"/>
                </a:cubicBezTo>
                <a:cubicBezTo>
                  <a:pt x="118" y="92"/>
                  <a:pt x="118" y="92"/>
                  <a:pt x="118" y="92"/>
                </a:cubicBezTo>
                <a:cubicBezTo>
                  <a:pt x="120" y="86"/>
                  <a:pt x="121" y="80"/>
                  <a:pt x="121" y="74"/>
                </a:cubicBezTo>
                <a:cubicBezTo>
                  <a:pt x="121" y="72"/>
                  <a:pt x="120" y="70"/>
                  <a:pt x="117" y="7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1" name="Freeform 11"/>
          <p:cNvSpPr>
            <a:spLocks noEditPoints="1"/>
          </p:cNvSpPr>
          <p:nvPr/>
        </p:nvSpPr>
        <p:spPr bwMode="auto">
          <a:xfrm>
            <a:off x="6084764" y="2046842"/>
            <a:ext cx="246418" cy="313076"/>
          </a:xfrm>
          <a:custGeom>
            <a:avLst/>
            <a:gdLst>
              <a:gd name="T0" fmla="*/ 104 w 139"/>
              <a:gd name="T1" fmla="*/ 99 h 177"/>
              <a:gd name="T2" fmla="*/ 91 w 139"/>
              <a:gd name="T3" fmla="*/ 160 h 177"/>
              <a:gd name="T4" fmla="*/ 133 w 139"/>
              <a:gd name="T5" fmla="*/ 164 h 177"/>
              <a:gd name="T6" fmla="*/ 133 w 139"/>
              <a:gd name="T7" fmla="*/ 177 h 177"/>
              <a:gd name="T8" fmla="*/ 0 w 139"/>
              <a:gd name="T9" fmla="*/ 170 h 177"/>
              <a:gd name="T10" fmla="*/ 51 w 139"/>
              <a:gd name="T11" fmla="*/ 164 h 177"/>
              <a:gd name="T12" fmla="*/ 81 w 139"/>
              <a:gd name="T13" fmla="*/ 151 h 177"/>
              <a:gd name="T14" fmla="*/ 10 w 139"/>
              <a:gd name="T15" fmla="*/ 147 h 177"/>
              <a:gd name="T16" fmla="*/ 10 w 139"/>
              <a:gd name="T17" fmla="*/ 139 h 177"/>
              <a:gd name="T18" fmla="*/ 94 w 139"/>
              <a:gd name="T19" fmla="*/ 120 h 177"/>
              <a:gd name="T20" fmla="*/ 84 w 139"/>
              <a:gd name="T21" fmla="*/ 92 h 177"/>
              <a:gd name="T22" fmla="*/ 69 w 139"/>
              <a:gd name="T23" fmla="*/ 94 h 177"/>
              <a:gd name="T24" fmla="*/ 53 w 139"/>
              <a:gd name="T25" fmla="*/ 113 h 177"/>
              <a:gd name="T26" fmla="*/ 46 w 139"/>
              <a:gd name="T27" fmla="*/ 117 h 177"/>
              <a:gd name="T28" fmla="*/ 24 w 139"/>
              <a:gd name="T29" fmla="*/ 109 h 177"/>
              <a:gd name="T30" fmla="*/ 26 w 139"/>
              <a:gd name="T31" fmla="*/ 97 h 177"/>
              <a:gd name="T32" fmla="*/ 21 w 139"/>
              <a:gd name="T33" fmla="*/ 89 h 177"/>
              <a:gd name="T34" fmla="*/ 63 w 139"/>
              <a:gd name="T35" fmla="*/ 24 h 177"/>
              <a:gd name="T36" fmla="*/ 67 w 139"/>
              <a:gd name="T37" fmla="*/ 26 h 177"/>
              <a:gd name="T38" fmla="*/ 69 w 139"/>
              <a:gd name="T39" fmla="*/ 14 h 177"/>
              <a:gd name="T40" fmla="*/ 76 w 139"/>
              <a:gd name="T41" fmla="*/ 2 h 177"/>
              <a:gd name="T42" fmla="*/ 109 w 139"/>
              <a:gd name="T43" fmla="*/ 29 h 177"/>
              <a:gd name="T44" fmla="*/ 96 w 139"/>
              <a:gd name="T45" fmla="*/ 30 h 177"/>
              <a:gd name="T46" fmla="*/ 94 w 139"/>
              <a:gd name="T47" fmla="*/ 42 h 177"/>
              <a:gd name="T48" fmla="*/ 87 w 139"/>
              <a:gd name="T49" fmla="*/ 63 h 177"/>
              <a:gd name="T50" fmla="*/ 92 w 139"/>
              <a:gd name="T51" fmla="*/ 81 h 177"/>
              <a:gd name="T52" fmla="*/ 89 w 139"/>
              <a:gd name="T53" fmla="*/ 26 h 177"/>
              <a:gd name="T54" fmla="*/ 74 w 139"/>
              <a:gd name="T55" fmla="*/ 30 h 177"/>
              <a:gd name="T56" fmla="*/ 89 w 139"/>
              <a:gd name="T57" fmla="*/ 26 h 177"/>
              <a:gd name="T58" fmla="*/ 80 w 139"/>
              <a:gd name="T59" fmla="*/ 59 h 177"/>
              <a:gd name="T60" fmla="*/ 62 w 139"/>
              <a:gd name="T61" fmla="*/ 33 h 177"/>
              <a:gd name="T62" fmla="*/ 54 w 139"/>
              <a:gd name="T63" fmla="*/ 104 h 177"/>
              <a:gd name="T64" fmla="*/ 56 w 139"/>
              <a:gd name="T65" fmla="*/ 76 h 177"/>
              <a:gd name="T66" fmla="*/ 62 w 139"/>
              <a:gd name="T67" fmla="*/ 63 h 177"/>
              <a:gd name="T68" fmla="*/ 82 w 139"/>
              <a:gd name="T69" fmla="*/ 69 h 177"/>
              <a:gd name="T70" fmla="*/ 67 w 139"/>
              <a:gd name="T71" fmla="*/ 69 h 177"/>
              <a:gd name="T72" fmla="*/ 67 w 139"/>
              <a:gd name="T73" fmla="*/ 69 h 177"/>
              <a:gd name="T74" fmla="*/ 75 w 139"/>
              <a:gd name="T75" fmla="*/ 86 h 177"/>
              <a:gd name="T76" fmla="*/ 82 w 139"/>
              <a:gd name="T77" fmla="*/ 83 h 177"/>
              <a:gd name="T78" fmla="*/ 82 w 139"/>
              <a:gd name="T79" fmla="*/ 69 h 177"/>
              <a:gd name="T80" fmla="*/ 33 w 139"/>
              <a:gd name="T81" fmla="*/ 101 h 177"/>
              <a:gd name="T82" fmla="*/ 31 w 139"/>
              <a:gd name="T83" fmla="*/ 104 h 177"/>
              <a:gd name="T84" fmla="*/ 42 w 139"/>
              <a:gd name="T85" fmla="*/ 106 h 1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39" h="177">
                <a:moveTo>
                  <a:pt x="92" y="81"/>
                </a:moveTo>
                <a:cubicBezTo>
                  <a:pt x="97" y="87"/>
                  <a:pt x="101" y="92"/>
                  <a:pt x="104" y="99"/>
                </a:cubicBezTo>
                <a:cubicBezTo>
                  <a:pt x="106" y="106"/>
                  <a:pt x="108" y="113"/>
                  <a:pt x="108" y="120"/>
                </a:cubicBezTo>
                <a:cubicBezTo>
                  <a:pt x="108" y="136"/>
                  <a:pt x="101" y="150"/>
                  <a:pt x="91" y="160"/>
                </a:cubicBezTo>
                <a:cubicBezTo>
                  <a:pt x="90" y="162"/>
                  <a:pt x="89" y="163"/>
                  <a:pt x="88" y="164"/>
                </a:cubicBezTo>
                <a:cubicBezTo>
                  <a:pt x="133" y="164"/>
                  <a:pt x="133" y="164"/>
                  <a:pt x="133" y="164"/>
                </a:cubicBezTo>
                <a:cubicBezTo>
                  <a:pt x="136" y="164"/>
                  <a:pt x="139" y="167"/>
                  <a:pt x="139" y="170"/>
                </a:cubicBezTo>
                <a:cubicBezTo>
                  <a:pt x="139" y="174"/>
                  <a:pt x="136" y="177"/>
                  <a:pt x="133" y="177"/>
                </a:cubicBezTo>
                <a:cubicBezTo>
                  <a:pt x="91" y="177"/>
                  <a:pt x="49" y="177"/>
                  <a:pt x="7" y="177"/>
                </a:cubicBezTo>
                <a:cubicBezTo>
                  <a:pt x="3" y="177"/>
                  <a:pt x="0" y="174"/>
                  <a:pt x="0" y="170"/>
                </a:cubicBezTo>
                <a:cubicBezTo>
                  <a:pt x="0" y="167"/>
                  <a:pt x="3" y="164"/>
                  <a:pt x="7" y="164"/>
                </a:cubicBezTo>
                <a:cubicBezTo>
                  <a:pt x="51" y="164"/>
                  <a:pt x="51" y="164"/>
                  <a:pt x="51" y="164"/>
                </a:cubicBezTo>
                <a:cubicBezTo>
                  <a:pt x="51" y="164"/>
                  <a:pt x="51" y="164"/>
                  <a:pt x="51" y="164"/>
                </a:cubicBezTo>
                <a:cubicBezTo>
                  <a:pt x="63" y="164"/>
                  <a:pt x="74" y="159"/>
                  <a:pt x="81" y="151"/>
                </a:cubicBezTo>
                <a:cubicBezTo>
                  <a:pt x="83" y="150"/>
                  <a:pt x="84" y="148"/>
                  <a:pt x="85" y="147"/>
                </a:cubicBezTo>
                <a:cubicBezTo>
                  <a:pt x="10" y="147"/>
                  <a:pt x="10" y="147"/>
                  <a:pt x="10" y="147"/>
                </a:cubicBezTo>
                <a:cubicBezTo>
                  <a:pt x="8" y="147"/>
                  <a:pt x="6" y="145"/>
                  <a:pt x="6" y="143"/>
                </a:cubicBezTo>
                <a:cubicBezTo>
                  <a:pt x="6" y="141"/>
                  <a:pt x="8" y="139"/>
                  <a:pt x="10" y="139"/>
                </a:cubicBezTo>
                <a:cubicBezTo>
                  <a:pt x="90" y="139"/>
                  <a:pt x="90" y="139"/>
                  <a:pt x="90" y="139"/>
                </a:cubicBezTo>
                <a:cubicBezTo>
                  <a:pt x="93" y="133"/>
                  <a:pt x="94" y="127"/>
                  <a:pt x="94" y="120"/>
                </a:cubicBezTo>
                <a:cubicBezTo>
                  <a:pt x="94" y="114"/>
                  <a:pt x="93" y="109"/>
                  <a:pt x="91" y="104"/>
                </a:cubicBezTo>
                <a:cubicBezTo>
                  <a:pt x="89" y="100"/>
                  <a:pt x="87" y="96"/>
                  <a:pt x="84" y="92"/>
                </a:cubicBezTo>
                <a:cubicBezTo>
                  <a:pt x="81" y="94"/>
                  <a:pt x="78" y="94"/>
                  <a:pt x="75" y="94"/>
                </a:cubicBezTo>
                <a:cubicBezTo>
                  <a:pt x="73" y="94"/>
                  <a:pt x="71" y="94"/>
                  <a:pt x="69" y="94"/>
                </a:cubicBezTo>
                <a:cubicBezTo>
                  <a:pt x="59" y="111"/>
                  <a:pt x="59" y="111"/>
                  <a:pt x="59" y="111"/>
                </a:cubicBezTo>
                <a:cubicBezTo>
                  <a:pt x="58" y="113"/>
                  <a:pt x="55" y="114"/>
                  <a:pt x="53" y="113"/>
                </a:cubicBezTo>
                <a:cubicBezTo>
                  <a:pt x="50" y="111"/>
                  <a:pt x="50" y="111"/>
                  <a:pt x="50" y="111"/>
                </a:cubicBezTo>
                <a:cubicBezTo>
                  <a:pt x="46" y="117"/>
                  <a:pt x="46" y="117"/>
                  <a:pt x="46" y="117"/>
                </a:cubicBezTo>
                <a:cubicBezTo>
                  <a:pt x="45" y="119"/>
                  <a:pt x="42" y="119"/>
                  <a:pt x="40" y="118"/>
                </a:cubicBezTo>
                <a:cubicBezTo>
                  <a:pt x="24" y="109"/>
                  <a:pt x="24" y="109"/>
                  <a:pt x="24" y="109"/>
                </a:cubicBezTo>
                <a:cubicBezTo>
                  <a:pt x="22" y="108"/>
                  <a:pt x="21" y="105"/>
                  <a:pt x="22" y="103"/>
                </a:cubicBezTo>
                <a:cubicBezTo>
                  <a:pt x="26" y="97"/>
                  <a:pt x="26" y="97"/>
                  <a:pt x="26" y="97"/>
                </a:cubicBezTo>
                <a:cubicBezTo>
                  <a:pt x="22" y="95"/>
                  <a:pt x="22" y="95"/>
                  <a:pt x="22" y="95"/>
                </a:cubicBezTo>
                <a:cubicBezTo>
                  <a:pt x="20" y="94"/>
                  <a:pt x="20" y="91"/>
                  <a:pt x="21" y="89"/>
                </a:cubicBezTo>
                <a:cubicBezTo>
                  <a:pt x="57" y="26"/>
                  <a:pt x="57" y="26"/>
                  <a:pt x="57" y="26"/>
                </a:cubicBezTo>
                <a:cubicBezTo>
                  <a:pt x="58" y="24"/>
                  <a:pt x="61" y="23"/>
                  <a:pt x="63" y="24"/>
                </a:cubicBezTo>
                <a:cubicBezTo>
                  <a:pt x="63" y="24"/>
                  <a:pt x="63" y="24"/>
                  <a:pt x="63" y="24"/>
                </a:cubicBezTo>
                <a:cubicBezTo>
                  <a:pt x="67" y="26"/>
                  <a:pt x="67" y="26"/>
                  <a:pt x="67" y="26"/>
                </a:cubicBezTo>
                <a:cubicBezTo>
                  <a:pt x="73" y="16"/>
                  <a:pt x="73" y="16"/>
                  <a:pt x="73" y="16"/>
                </a:cubicBezTo>
                <a:cubicBezTo>
                  <a:pt x="69" y="14"/>
                  <a:pt x="69" y="14"/>
                  <a:pt x="69" y="14"/>
                </a:cubicBezTo>
                <a:cubicBezTo>
                  <a:pt x="66" y="12"/>
                  <a:pt x="65" y="8"/>
                  <a:pt x="66" y="5"/>
                </a:cubicBezTo>
                <a:cubicBezTo>
                  <a:pt x="68" y="1"/>
                  <a:pt x="72" y="0"/>
                  <a:pt x="76" y="2"/>
                </a:cubicBezTo>
                <a:cubicBezTo>
                  <a:pt x="86" y="8"/>
                  <a:pt x="96" y="14"/>
                  <a:pt x="107" y="20"/>
                </a:cubicBezTo>
                <a:cubicBezTo>
                  <a:pt x="110" y="22"/>
                  <a:pt x="111" y="26"/>
                  <a:pt x="109" y="29"/>
                </a:cubicBezTo>
                <a:cubicBezTo>
                  <a:pt x="107" y="33"/>
                  <a:pt x="103" y="34"/>
                  <a:pt x="100" y="32"/>
                </a:cubicBezTo>
                <a:cubicBezTo>
                  <a:pt x="96" y="30"/>
                  <a:pt x="96" y="30"/>
                  <a:pt x="96" y="30"/>
                </a:cubicBezTo>
                <a:cubicBezTo>
                  <a:pt x="90" y="40"/>
                  <a:pt x="90" y="40"/>
                  <a:pt x="90" y="40"/>
                </a:cubicBezTo>
                <a:cubicBezTo>
                  <a:pt x="94" y="42"/>
                  <a:pt x="94" y="42"/>
                  <a:pt x="94" y="42"/>
                </a:cubicBezTo>
                <a:cubicBezTo>
                  <a:pt x="96" y="43"/>
                  <a:pt x="97" y="46"/>
                  <a:pt x="96" y="48"/>
                </a:cubicBezTo>
                <a:cubicBezTo>
                  <a:pt x="87" y="63"/>
                  <a:pt x="87" y="63"/>
                  <a:pt x="87" y="63"/>
                </a:cubicBezTo>
                <a:cubicBezTo>
                  <a:pt x="91" y="66"/>
                  <a:pt x="93" y="71"/>
                  <a:pt x="93" y="76"/>
                </a:cubicBezTo>
                <a:cubicBezTo>
                  <a:pt x="93" y="78"/>
                  <a:pt x="93" y="80"/>
                  <a:pt x="92" y="81"/>
                </a:cubicBezTo>
                <a:close/>
                <a:moveTo>
                  <a:pt x="89" y="26"/>
                </a:moveTo>
                <a:cubicBezTo>
                  <a:pt x="89" y="26"/>
                  <a:pt x="89" y="26"/>
                  <a:pt x="89" y="26"/>
                </a:cubicBezTo>
                <a:cubicBezTo>
                  <a:pt x="86" y="24"/>
                  <a:pt x="83" y="22"/>
                  <a:pt x="80" y="20"/>
                </a:cubicBezTo>
                <a:cubicBezTo>
                  <a:pt x="74" y="30"/>
                  <a:pt x="74" y="30"/>
                  <a:pt x="74" y="30"/>
                </a:cubicBezTo>
                <a:cubicBezTo>
                  <a:pt x="83" y="36"/>
                  <a:pt x="83" y="36"/>
                  <a:pt x="83" y="36"/>
                </a:cubicBezTo>
                <a:cubicBezTo>
                  <a:pt x="89" y="26"/>
                  <a:pt x="89" y="26"/>
                  <a:pt x="89" y="26"/>
                </a:cubicBezTo>
                <a:close/>
                <a:moveTo>
                  <a:pt x="80" y="59"/>
                </a:moveTo>
                <a:cubicBezTo>
                  <a:pt x="80" y="59"/>
                  <a:pt x="80" y="59"/>
                  <a:pt x="80" y="59"/>
                </a:cubicBezTo>
                <a:cubicBezTo>
                  <a:pt x="87" y="47"/>
                  <a:pt x="87" y="47"/>
                  <a:pt x="87" y="47"/>
                </a:cubicBezTo>
                <a:cubicBezTo>
                  <a:pt x="78" y="43"/>
                  <a:pt x="70" y="38"/>
                  <a:pt x="62" y="33"/>
                </a:cubicBezTo>
                <a:cubicBezTo>
                  <a:pt x="30" y="90"/>
                  <a:pt x="30" y="90"/>
                  <a:pt x="30" y="90"/>
                </a:cubicBezTo>
                <a:cubicBezTo>
                  <a:pt x="38" y="94"/>
                  <a:pt x="46" y="99"/>
                  <a:pt x="54" y="104"/>
                </a:cubicBezTo>
                <a:cubicBezTo>
                  <a:pt x="62" y="90"/>
                  <a:pt x="62" y="90"/>
                  <a:pt x="62" y="90"/>
                </a:cubicBezTo>
                <a:cubicBezTo>
                  <a:pt x="58" y="86"/>
                  <a:pt x="56" y="81"/>
                  <a:pt x="56" y="76"/>
                </a:cubicBezTo>
                <a:cubicBezTo>
                  <a:pt x="56" y="71"/>
                  <a:pt x="58" y="66"/>
                  <a:pt x="62" y="63"/>
                </a:cubicBezTo>
                <a:cubicBezTo>
                  <a:pt x="62" y="63"/>
                  <a:pt x="62" y="63"/>
                  <a:pt x="62" y="63"/>
                </a:cubicBezTo>
                <a:cubicBezTo>
                  <a:pt x="67" y="58"/>
                  <a:pt x="73" y="57"/>
                  <a:pt x="80" y="59"/>
                </a:cubicBezTo>
                <a:close/>
                <a:moveTo>
                  <a:pt x="82" y="69"/>
                </a:moveTo>
                <a:cubicBezTo>
                  <a:pt x="82" y="69"/>
                  <a:pt x="82" y="69"/>
                  <a:pt x="82" y="69"/>
                </a:cubicBezTo>
                <a:cubicBezTo>
                  <a:pt x="78" y="65"/>
                  <a:pt x="71" y="65"/>
                  <a:pt x="67" y="69"/>
                </a:cubicBezTo>
                <a:cubicBezTo>
                  <a:pt x="67" y="69"/>
                  <a:pt x="67" y="69"/>
                  <a:pt x="67" y="69"/>
                </a:cubicBezTo>
                <a:cubicBezTo>
                  <a:pt x="67" y="69"/>
                  <a:pt x="67" y="69"/>
                  <a:pt x="67" y="69"/>
                </a:cubicBezTo>
                <a:cubicBezTo>
                  <a:pt x="65" y="71"/>
                  <a:pt x="64" y="73"/>
                  <a:pt x="64" y="76"/>
                </a:cubicBezTo>
                <a:cubicBezTo>
                  <a:pt x="64" y="82"/>
                  <a:pt x="69" y="86"/>
                  <a:pt x="75" y="86"/>
                </a:cubicBezTo>
                <a:cubicBezTo>
                  <a:pt x="77" y="86"/>
                  <a:pt x="80" y="85"/>
                  <a:pt x="82" y="83"/>
                </a:cubicBezTo>
                <a:cubicBezTo>
                  <a:pt x="82" y="83"/>
                  <a:pt x="82" y="83"/>
                  <a:pt x="82" y="83"/>
                </a:cubicBezTo>
                <a:cubicBezTo>
                  <a:pt x="84" y="81"/>
                  <a:pt x="85" y="79"/>
                  <a:pt x="85" y="76"/>
                </a:cubicBezTo>
                <a:cubicBezTo>
                  <a:pt x="85" y="73"/>
                  <a:pt x="84" y="71"/>
                  <a:pt x="82" y="69"/>
                </a:cubicBezTo>
                <a:cubicBezTo>
                  <a:pt x="82" y="69"/>
                  <a:pt x="82" y="69"/>
                  <a:pt x="82" y="69"/>
                </a:cubicBezTo>
                <a:close/>
                <a:moveTo>
                  <a:pt x="33" y="101"/>
                </a:moveTo>
                <a:cubicBezTo>
                  <a:pt x="33" y="101"/>
                  <a:pt x="33" y="101"/>
                  <a:pt x="33" y="101"/>
                </a:cubicBezTo>
                <a:cubicBezTo>
                  <a:pt x="31" y="104"/>
                  <a:pt x="31" y="104"/>
                  <a:pt x="31" y="104"/>
                </a:cubicBezTo>
                <a:cubicBezTo>
                  <a:pt x="41" y="109"/>
                  <a:pt x="41" y="109"/>
                  <a:pt x="41" y="109"/>
                </a:cubicBezTo>
                <a:cubicBezTo>
                  <a:pt x="42" y="106"/>
                  <a:pt x="42" y="106"/>
                  <a:pt x="42" y="106"/>
                </a:cubicBezTo>
                <a:cubicBezTo>
                  <a:pt x="33" y="101"/>
                  <a:pt x="33" y="101"/>
                  <a:pt x="33" y="101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2" name="Freeform 12"/>
          <p:cNvSpPr>
            <a:spLocks noEditPoints="1"/>
          </p:cNvSpPr>
          <p:nvPr/>
        </p:nvSpPr>
        <p:spPr bwMode="auto">
          <a:xfrm>
            <a:off x="4464895" y="2050257"/>
            <a:ext cx="214210" cy="307834"/>
          </a:xfrm>
          <a:custGeom>
            <a:avLst/>
            <a:gdLst>
              <a:gd name="T0" fmla="*/ 3 w 121"/>
              <a:gd name="T1" fmla="*/ 119 h 174"/>
              <a:gd name="T2" fmla="*/ 23 w 121"/>
              <a:gd name="T3" fmla="*/ 115 h 174"/>
              <a:gd name="T4" fmla="*/ 38 w 121"/>
              <a:gd name="T5" fmla="*/ 74 h 174"/>
              <a:gd name="T6" fmla="*/ 38 w 121"/>
              <a:gd name="T7" fmla="*/ 74 h 174"/>
              <a:gd name="T8" fmla="*/ 38 w 121"/>
              <a:gd name="T9" fmla="*/ 29 h 174"/>
              <a:gd name="T10" fmla="*/ 54 w 121"/>
              <a:gd name="T11" fmla="*/ 21 h 174"/>
              <a:gd name="T12" fmla="*/ 60 w 121"/>
              <a:gd name="T13" fmla="*/ 0 h 174"/>
              <a:gd name="T14" fmla="*/ 67 w 121"/>
              <a:gd name="T15" fmla="*/ 21 h 174"/>
              <a:gd name="T16" fmla="*/ 92 w 121"/>
              <a:gd name="T17" fmla="*/ 51 h 174"/>
              <a:gd name="T18" fmla="*/ 82 w 121"/>
              <a:gd name="T19" fmla="*/ 74 h 174"/>
              <a:gd name="T20" fmla="*/ 98 w 121"/>
              <a:gd name="T21" fmla="*/ 115 h 174"/>
              <a:gd name="T22" fmla="*/ 117 w 121"/>
              <a:gd name="T23" fmla="*/ 119 h 174"/>
              <a:gd name="T24" fmla="*/ 102 w 121"/>
              <a:gd name="T25" fmla="*/ 124 h 174"/>
              <a:gd name="T26" fmla="*/ 116 w 121"/>
              <a:gd name="T27" fmla="*/ 159 h 174"/>
              <a:gd name="T28" fmla="*/ 120 w 121"/>
              <a:gd name="T29" fmla="*/ 168 h 174"/>
              <a:gd name="T30" fmla="*/ 113 w 121"/>
              <a:gd name="T31" fmla="*/ 171 h 174"/>
              <a:gd name="T32" fmla="*/ 108 w 121"/>
              <a:gd name="T33" fmla="*/ 162 h 174"/>
              <a:gd name="T34" fmla="*/ 87 w 121"/>
              <a:gd name="T35" fmla="*/ 124 h 174"/>
              <a:gd name="T36" fmla="*/ 67 w 121"/>
              <a:gd name="T37" fmla="*/ 129 h 174"/>
              <a:gd name="T38" fmla="*/ 54 w 121"/>
              <a:gd name="T39" fmla="*/ 129 h 174"/>
              <a:gd name="T40" fmla="*/ 34 w 121"/>
              <a:gd name="T41" fmla="*/ 124 h 174"/>
              <a:gd name="T42" fmla="*/ 13 w 121"/>
              <a:gd name="T43" fmla="*/ 162 h 174"/>
              <a:gd name="T44" fmla="*/ 8 w 121"/>
              <a:gd name="T45" fmla="*/ 171 h 174"/>
              <a:gd name="T46" fmla="*/ 1 w 121"/>
              <a:gd name="T47" fmla="*/ 168 h 174"/>
              <a:gd name="T48" fmla="*/ 5 w 121"/>
              <a:gd name="T49" fmla="*/ 159 h 174"/>
              <a:gd name="T50" fmla="*/ 19 w 121"/>
              <a:gd name="T51" fmla="*/ 124 h 174"/>
              <a:gd name="T52" fmla="*/ 54 w 121"/>
              <a:gd name="T53" fmla="*/ 115 h 174"/>
              <a:gd name="T54" fmla="*/ 54 w 121"/>
              <a:gd name="T55" fmla="*/ 110 h 174"/>
              <a:gd name="T56" fmla="*/ 67 w 121"/>
              <a:gd name="T57" fmla="*/ 110 h 174"/>
              <a:gd name="T58" fmla="*/ 83 w 121"/>
              <a:gd name="T59" fmla="*/ 115 h 174"/>
              <a:gd name="T60" fmla="*/ 54 w 121"/>
              <a:gd name="T61" fmla="*/ 82 h 174"/>
              <a:gd name="T62" fmla="*/ 54 w 121"/>
              <a:gd name="T63" fmla="*/ 115 h 174"/>
              <a:gd name="T64" fmla="*/ 73 w 121"/>
              <a:gd name="T65" fmla="*/ 39 h 174"/>
              <a:gd name="T66" fmla="*/ 48 w 121"/>
              <a:gd name="T67" fmla="*/ 39 h 174"/>
              <a:gd name="T68" fmla="*/ 48 w 121"/>
              <a:gd name="T69" fmla="*/ 64 h 174"/>
              <a:gd name="T70" fmla="*/ 68 w 121"/>
              <a:gd name="T71" fmla="*/ 68 h 174"/>
              <a:gd name="T72" fmla="*/ 73 w 121"/>
              <a:gd name="T73" fmla="*/ 64 h 174"/>
              <a:gd name="T74" fmla="*/ 73 w 121"/>
              <a:gd name="T75" fmla="*/ 39 h 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21" h="174">
                <a:moveTo>
                  <a:pt x="8" y="124"/>
                </a:moveTo>
                <a:cubicBezTo>
                  <a:pt x="5" y="124"/>
                  <a:pt x="3" y="122"/>
                  <a:pt x="3" y="119"/>
                </a:cubicBezTo>
                <a:cubicBezTo>
                  <a:pt x="3" y="117"/>
                  <a:pt x="5" y="115"/>
                  <a:pt x="8" y="115"/>
                </a:cubicBezTo>
                <a:cubicBezTo>
                  <a:pt x="23" y="115"/>
                  <a:pt x="23" y="115"/>
                  <a:pt x="23" y="115"/>
                </a:cubicBezTo>
                <a:cubicBezTo>
                  <a:pt x="42" y="77"/>
                  <a:pt x="42" y="77"/>
                  <a:pt x="42" y="77"/>
                </a:cubicBezTo>
                <a:cubicBezTo>
                  <a:pt x="41" y="76"/>
                  <a:pt x="40" y="75"/>
                  <a:pt x="38" y="74"/>
                </a:cubicBezTo>
                <a:cubicBezTo>
                  <a:pt x="38" y="74"/>
                  <a:pt x="38" y="74"/>
                  <a:pt x="38" y="74"/>
                </a:cubicBezTo>
                <a:cubicBezTo>
                  <a:pt x="38" y="74"/>
                  <a:pt x="38" y="74"/>
                  <a:pt x="38" y="74"/>
                </a:cubicBezTo>
                <a:cubicBezTo>
                  <a:pt x="33" y="68"/>
                  <a:pt x="29" y="60"/>
                  <a:pt x="29" y="51"/>
                </a:cubicBezTo>
                <a:cubicBezTo>
                  <a:pt x="29" y="43"/>
                  <a:pt x="33" y="35"/>
                  <a:pt x="38" y="29"/>
                </a:cubicBezTo>
                <a:cubicBezTo>
                  <a:pt x="39" y="29"/>
                  <a:pt x="39" y="29"/>
                  <a:pt x="39" y="29"/>
                </a:cubicBezTo>
                <a:cubicBezTo>
                  <a:pt x="43" y="25"/>
                  <a:pt x="48" y="22"/>
                  <a:pt x="54" y="21"/>
                </a:cubicBezTo>
                <a:cubicBezTo>
                  <a:pt x="54" y="7"/>
                  <a:pt x="54" y="7"/>
                  <a:pt x="54" y="7"/>
                </a:cubicBezTo>
                <a:cubicBezTo>
                  <a:pt x="54" y="3"/>
                  <a:pt x="57" y="0"/>
                  <a:pt x="60" y="0"/>
                </a:cubicBezTo>
                <a:cubicBezTo>
                  <a:pt x="64" y="0"/>
                  <a:pt x="67" y="3"/>
                  <a:pt x="67" y="7"/>
                </a:cubicBezTo>
                <a:cubicBezTo>
                  <a:pt x="67" y="21"/>
                  <a:pt x="67" y="21"/>
                  <a:pt x="67" y="21"/>
                </a:cubicBezTo>
                <a:cubicBezTo>
                  <a:pt x="73" y="22"/>
                  <a:pt x="78" y="25"/>
                  <a:pt x="82" y="29"/>
                </a:cubicBezTo>
                <a:cubicBezTo>
                  <a:pt x="88" y="35"/>
                  <a:pt x="92" y="43"/>
                  <a:pt x="92" y="51"/>
                </a:cubicBezTo>
                <a:cubicBezTo>
                  <a:pt x="92" y="60"/>
                  <a:pt x="88" y="68"/>
                  <a:pt x="82" y="74"/>
                </a:cubicBezTo>
                <a:cubicBezTo>
                  <a:pt x="82" y="74"/>
                  <a:pt x="82" y="74"/>
                  <a:pt x="82" y="74"/>
                </a:cubicBezTo>
                <a:cubicBezTo>
                  <a:pt x="81" y="75"/>
                  <a:pt x="80" y="76"/>
                  <a:pt x="79" y="77"/>
                </a:cubicBezTo>
                <a:cubicBezTo>
                  <a:pt x="98" y="115"/>
                  <a:pt x="98" y="115"/>
                  <a:pt x="98" y="115"/>
                </a:cubicBezTo>
                <a:cubicBezTo>
                  <a:pt x="113" y="115"/>
                  <a:pt x="113" y="115"/>
                  <a:pt x="113" y="115"/>
                </a:cubicBezTo>
                <a:cubicBezTo>
                  <a:pt x="116" y="115"/>
                  <a:pt x="117" y="117"/>
                  <a:pt x="117" y="119"/>
                </a:cubicBezTo>
                <a:cubicBezTo>
                  <a:pt x="117" y="122"/>
                  <a:pt x="116" y="124"/>
                  <a:pt x="113" y="124"/>
                </a:cubicBezTo>
                <a:cubicBezTo>
                  <a:pt x="102" y="124"/>
                  <a:pt x="102" y="124"/>
                  <a:pt x="102" y="124"/>
                </a:cubicBezTo>
                <a:cubicBezTo>
                  <a:pt x="116" y="153"/>
                  <a:pt x="116" y="153"/>
                  <a:pt x="116" y="153"/>
                </a:cubicBezTo>
                <a:cubicBezTo>
                  <a:pt x="117" y="155"/>
                  <a:pt x="117" y="157"/>
                  <a:pt x="116" y="159"/>
                </a:cubicBezTo>
                <a:cubicBezTo>
                  <a:pt x="117" y="162"/>
                  <a:pt x="117" y="162"/>
                  <a:pt x="117" y="162"/>
                </a:cubicBezTo>
                <a:cubicBezTo>
                  <a:pt x="120" y="168"/>
                  <a:pt x="120" y="168"/>
                  <a:pt x="120" y="168"/>
                </a:cubicBezTo>
                <a:cubicBezTo>
                  <a:pt x="121" y="170"/>
                  <a:pt x="120" y="172"/>
                  <a:pt x="118" y="173"/>
                </a:cubicBezTo>
                <a:cubicBezTo>
                  <a:pt x="116" y="174"/>
                  <a:pt x="114" y="173"/>
                  <a:pt x="113" y="171"/>
                </a:cubicBezTo>
                <a:cubicBezTo>
                  <a:pt x="110" y="165"/>
                  <a:pt x="110" y="165"/>
                  <a:pt x="110" y="165"/>
                </a:cubicBezTo>
                <a:cubicBezTo>
                  <a:pt x="108" y="162"/>
                  <a:pt x="108" y="162"/>
                  <a:pt x="108" y="162"/>
                </a:cubicBezTo>
                <a:cubicBezTo>
                  <a:pt x="106" y="162"/>
                  <a:pt x="104" y="160"/>
                  <a:pt x="103" y="158"/>
                </a:cubicBezTo>
                <a:cubicBezTo>
                  <a:pt x="87" y="124"/>
                  <a:pt x="87" y="124"/>
                  <a:pt x="87" y="124"/>
                </a:cubicBezTo>
                <a:cubicBezTo>
                  <a:pt x="67" y="124"/>
                  <a:pt x="67" y="124"/>
                  <a:pt x="67" y="124"/>
                </a:cubicBezTo>
                <a:cubicBezTo>
                  <a:pt x="67" y="129"/>
                  <a:pt x="67" y="129"/>
                  <a:pt x="67" y="129"/>
                </a:cubicBezTo>
                <a:cubicBezTo>
                  <a:pt x="67" y="132"/>
                  <a:pt x="64" y="136"/>
                  <a:pt x="60" y="136"/>
                </a:cubicBezTo>
                <a:cubicBezTo>
                  <a:pt x="57" y="136"/>
                  <a:pt x="54" y="132"/>
                  <a:pt x="54" y="129"/>
                </a:cubicBezTo>
                <a:cubicBezTo>
                  <a:pt x="54" y="124"/>
                  <a:pt x="54" y="124"/>
                  <a:pt x="54" y="124"/>
                </a:cubicBezTo>
                <a:cubicBezTo>
                  <a:pt x="34" y="124"/>
                  <a:pt x="34" y="124"/>
                  <a:pt x="34" y="124"/>
                </a:cubicBezTo>
                <a:cubicBezTo>
                  <a:pt x="17" y="158"/>
                  <a:pt x="17" y="158"/>
                  <a:pt x="17" y="158"/>
                </a:cubicBezTo>
                <a:cubicBezTo>
                  <a:pt x="16" y="160"/>
                  <a:pt x="15" y="162"/>
                  <a:pt x="13" y="162"/>
                </a:cubicBezTo>
                <a:cubicBezTo>
                  <a:pt x="11" y="165"/>
                  <a:pt x="11" y="165"/>
                  <a:pt x="11" y="165"/>
                </a:cubicBezTo>
                <a:cubicBezTo>
                  <a:pt x="8" y="171"/>
                  <a:pt x="8" y="171"/>
                  <a:pt x="8" y="171"/>
                </a:cubicBezTo>
                <a:cubicBezTo>
                  <a:pt x="7" y="173"/>
                  <a:pt x="5" y="174"/>
                  <a:pt x="3" y="173"/>
                </a:cubicBezTo>
                <a:cubicBezTo>
                  <a:pt x="1" y="172"/>
                  <a:pt x="0" y="170"/>
                  <a:pt x="1" y="168"/>
                </a:cubicBezTo>
                <a:cubicBezTo>
                  <a:pt x="4" y="162"/>
                  <a:pt x="4" y="162"/>
                  <a:pt x="4" y="162"/>
                </a:cubicBezTo>
                <a:cubicBezTo>
                  <a:pt x="5" y="159"/>
                  <a:pt x="5" y="159"/>
                  <a:pt x="5" y="159"/>
                </a:cubicBezTo>
                <a:cubicBezTo>
                  <a:pt x="4" y="157"/>
                  <a:pt x="4" y="155"/>
                  <a:pt x="5" y="153"/>
                </a:cubicBezTo>
                <a:cubicBezTo>
                  <a:pt x="19" y="124"/>
                  <a:pt x="19" y="124"/>
                  <a:pt x="19" y="124"/>
                </a:cubicBezTo>
                <a:cubicBezTo>
                  <a:pt x="8" y="124"/>
                  <a:pt x="8" y="124"/>
                  <a:pt x="8" y="124"/>
                </a:cubicBezTo>
                <a:close/>
                <a:moveTo>
                  <a:pt x="54" y="115"/>
                </a:moveTo>
                <a:cubicBezTo>
                  <a:pt x="54" y="115"/>
                  <a:pt x="54" y="115"/>
                  <a:pt x="54" y="115"/>
                </a:cubicBezTo>
                <a:cubicBezTo>
                  <a:pt x="54" y="110"/>
                  <a:pt x="54" y="110"/>
                  <a:pt x="54" y="110"/>
                </a:cubicBezTo>
                <a:cubicBezTo>
                  <a:pt x="54" y="107"/>
                  <a:pt x="57" y="103"/>
                  <a:pt x="60" y="103"/>
                </a:cubicBezTo>
                <a:cubicBezTo>
                  <a:pt x="64" y="103"/>
                  <a:pt x="67" y="107"/>
                  <a:pt x="67" y="110"/>
                </a:cubicBezTo>
                <a:cubicBezTo>
                  <a:pt x="67" y="115"/>
                  <a:pt x="67" y="115"/>
                  <a:pt x="67" y="115"/>
                </a:cubicBezTo>
                <a:cubicBezTo>
                  <a:pt x="83" y="115"/>
                  <a:pt x="83" y="115"/>
                  <a:pt x="83" y="115"/>
                </a:cubicBezTo>
                <a:cubicBezTo>
                  <a:pt x="67" y="82"/>
                  <a:pt x="67" y="82"/>
                  <a:pt x="67" y="82"/>
                </a:cubicBezTo>
                <a:cubicBezTo>
                  <a:pt x="63" y="83"/>
                  <a:pt x="58" y="83"/>
                  <a:pt x="54" y="82"/>
                </a:cubicBezTo>
                <a:cubicBezTo>
                  <a:pt x="38" y="115"/>
                  <a:pt x="38" y="115"/>
                  <a:pt x="38" y="115"/>
                </a:cubicBezTo>
                <a:cubicBezTo>
                  <a:pt x="54" y="115"/>
                  <a:pt x="54" y="115"/>
                  <a:pt x="54" y="115"/>
                </a:cubicBezTo>
                <a:close/>
                <a:moveTo>
                  <a:pt x="73" y="39"/>
                </a:moveTo>
                <a:cubicBezTo>
                  <a:pt x="73" y="39"/>
                  <a:pt x="73" y="39"/>
                  <a:pt x="73" y="39"/>
                </a:cubicBezTo>
                <a:cubicBezTo>
                  <a:pt x="66" y="32"/>
                  <a:pt x="55" y="32"/>
                  <a:pt x="48" y="39"/>
                </a:cubicBezTo>
                <a:cubicBezTo>
                  <a:pt x="48" y="39"/>
                  <a:pt x="48" y="39"/>
                  <a:pt x="48" y="39"/>
                </a:cubicBezTo>
                <a:cubicBezTo>
                  <a:pt x="45" y="42"/>
                  <a:pt x="43" y="47"/>
                  <a:pt x="43" y="51"/>
                </a:cubicBezTo>
                <a:cubicBezTo>
                  <a:pt x="43" y="56"/>
                  <a:pt x="45" y="61"/>
                  <a:pt x="48" y="64"/>
                </a:cubicBezTo>
                <a:cubicBezTo>
                  <a:pt x="53" y="69"/>
                  <a:pt x="61" y="71"/>
                  <a:pt x="67" y="68"/>
                </a:cubicBezTo>
                <a:cubicBezTo>
                  <a:pt x="68" y="68"/>
                  <a:pt x="68" y="68"/>
                  <a:pt x="68" y="68"/>
                </a:cubicBezTo>
                <a:cubicBezTo>
                  <a:pt x="69" y="67"/>
                  <a:pt x="71" y="66"/>
                  <a:pt x="73" y="64"/>
                </a:cubicBezTo>
                <a:cubicBezTo>
                  <a:pt x="73" y="64"/>
                  <a:pt x="73" y="64"/>
                  <a:pt x="73" y="64"/>
                </a:cubicBezTo>
                <a:cubicBezTo>
                  <a:pt x="76" y="61"/>
                  <a:pt x="78" y="56"/>
                  <a:pt x="78" y="51"/>
                </a:cubicBezTo>
                <a:cubicBezTo>
                  <a:pt x="78" y="47"/>
                  <a:pt x="76" y="42"/>
                  <a:pt x="73" y="39"/>
                </a:cubicBezTo>
                <a:cubicBezTo>
                  <a:pt x="73" y="39"/>
                  <a:pt x="73" y="39"/>
                  <a:pt x="73" y="39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3" name="Freeform 13"/>
          <p:cNvSpPr>
            <a:spLocks noEditPoints="1"/>
          </p:cNvSpPr>
          <p:nvPr/>
        </p:nvSpPr>
        <p:spPr bwMode="auto">
          <a:xfrm>
            <a:off x="1100223" y="2059245"/>
            <a:ext cx="349030" cy="289858"/>
          </a:xfrm>
          <a:custGeom>
            <a:avLst/>
            <a:gdLst>
              <a:gd name="T0" fmla="*/ 111 w 197"/>
              <a:gd name="T1" fmla="*/ 11 h 164"/>
              <a:gd name="T2" fmla="*/ 0 w 197"/>
              <a:gd name="T3" fmla="*/ 15 h 164"/>
              <a:gd name="T4" fmla="*/ 105 w 197"/>
              <a:gd name="T5" fmla="*/ 164 h 164"/>
              <a:gd name="T6" fmla="*/ 136 w 197"/>
              <a:gd name="T7" fmla="*/ 159 h 164"/>
              <a:gd name="T8" fmla="*/ 196 w 197"/>
              <a:gd name="T9" fmla="*/ 142 h 164"/>
              <a:gd name="T10" fmla="*/ 52 w 197"/>
              <a:gd name="T11" fmla="*/ 150 h 164"/>
              <a:gd name="T12" fmla="*/ 52 w 197"/>
              <a:gd name="T13" fmla="*/ 22 h 164"/>
              <a:gd name="T14" fmla="*/ 99 w 197"/>
              <a:gd name="T15" fmla="*/ 150 h 164"/>
              <a:gd name="T16" fmla="*/ 99 w 197"/>
              <a:gd name="T17" fmla="*/ 22 h 164"/>
              <a:gd name="T18" fmla="*/ 147 w 197"/>
              <a:gd name="T19" fmla="*/ 149 h 164"/>
              <a:gd name="T20" fmla="*/ 181 w 197"/>
              <a:gd name="T21" fmla="*/ 139 h 164"/>
              <a:gd name="T22" fmla="*/ 23 w 197"/>
              <a:gd name="T23" fmla="*/ 133 h 164"/>
              <a:gd name="T24" fmla="*/ 42 w 197"/>
              <a:gd name="T25" fmla="*/ 134 h 164"/>
              <a:gd name="T26" fmla="*/ 43 w 197"/>
              <a:gd name="T27" fmla="*/ 114 h 164"/>
              <a:gd name="T28" fmla="*/ 23 w 197"/>
              <a:gd name="T29" fmla="*/ 114 h 164"/>
              <a:gd name="T30" fmla="*/ 29 w 197"/>
              <a:gd name="T31" fmla="*/ 120 h 164"/>
              <a:gd name="T32" fmla="*/ 37 w 197"/>
              <a:gd name="T33" fmla="*/ 120 h 164"/>
              <a:gd name="T34" fmla="*/ 37 w 197"/>
              <a:gd name="T35" fmla="*/ 128 h 164"/>
              <a:gd name="T36" fmla="*/ 29 w 197"/>
              <a:gd name="T37" fmla="*/ 127 h 164"/>
              <a:gd name="T38" fmla="*/ 32 w 197"/>
              <a:gd name="T39" fmla="*/ 91 h 164"/>
              <a:gd name="T40" fmla="*/ 36 w 197"/>
              <a:gd name="T41" fmla="*/ 38 h 164"/>
              <a:gd name="T42" fmla="*/ 28 w 197"/>
              <a:gd name="T43" fmla="*/ 87 h 164"/>
              <a:gd name="T44" fmla="*/ 134 w 197"/>
              <a:gd name="T45" fmla="*/ 31 h 164"/>
              <a:gd name="T46" fmla="*/ 149 w 197"/>
              <a:gd name="T47" fmla="*/ 86 h 164"/>
              <a:gd name="T48" fmla="*/ 134 w 197"/>
              <a:gd name="T49" fmla="*/ 31 h 164"/>
              <a:gd name="T50" fmla="*/ 69 w 197"/>
              <a:gd name="T51" fmla="*/ 133 h 164"/>
              <a:gd name="T52" fmla="*/ 88 w 197"/>
              <a:gd name="T53" fmla="*/ 133 h 164"/>
              <a:gd name="T54" fmla="*/ 79 w 197"/>
              <a:gd name="T55" fmla="*/ 110 h 164"/>
              <a:gd name="T56" fmla="*/ 65 w 197"/>
              <a:gd name="T57" fmla="*/ 124 h 164"/>
              <a:gd name="T58" fmla="*/ 75 w 197"/>
              <a:gd name="T59" fmla="*/ 120 h 164"/>
              <a:gd name="T60" fmla="*/ 82 w 197"/>
              <a:gd name="T61" fmla="*/ 120 h 164"/>
              <a:gd name="T62" fmla="*/ 82 w 197"/>
              <a:gd name="T63" fmla="*/ 128 h 164"/>
              <a:gd name="T64" fmla="*/ 74 w 197"/>
              <a:gd name="T65" fmla="*/ 127 h 164"/>
              <a:gd name="T66" fmla="*/ 81 w 197"/>
              <a:gd name="T67" fmla="*/ 91 h 164"/>
              <a:gd name="T68" fmla="*/ 85 w 197"/>
              <a:gd name="T69" fmla="*/ 38 h 164"/>
              <a:gd name="T70" fmla="*/ 77 w 197"/>
              <a:gd name="T71" fmla="*/ 87 h 164"/>
              <a:gd name="T72" fmla="*/ 148 w 197"/>
              <a:gd name="T73" fmla="*/ 109 h 164"/>
              <a:gd name="T74" fmla="*/ 148 w 197"/>
              <a:gd name="T75" fmla="*/ 128 h 164"/>
              <a:gd name="T76" fmla="*/ 167 w 197"/>
              <a:gd name="T77" fmla="*/ 128 h 164"/>
              <a:gd name="T78" fmla="*/ 168 w 197"/>
              <a:gd name="T79" fmla="*/ 109 h 164"/>
              <a:gd name="T80" fmla="*/ 158 w 197"/>
              <a:gd name="T81" fmla="*/ 105 h 164"/>
              <a:gd name="T82" fmla="*/ 154 w 197"/>
              <a:gd name="T83" fmla="*/ 114 h 164"/>
              <a:gd name="T84" fmla="*/ 163 w 197"/>
              <a:gd name="T85" fmla="*/ 118 h 164"/>
              <a:gd name="T86" fmla="*/ 154 w 197"/>
              <a:gd name="T87" fmla="*/ 122 h 164"/>
              <a:gd name="T88" fmla="*/ 154 w 197"/>
              <a:gd name="T89" fmla="*/ 11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97" h="164">
                <a:moveTo>
                  <a:pt x="159" y="6"/>
                </a:moveTo>
                <a:cubicBezTo>
                  <a:pt x="158" y="2"/>
                  <a:pt x="155" y="0"/>
                  <a:pt x="151" y="1"/>
                </a:cubicBezTo>
                <a:cubicBezTo>
                  <a:pt x="111" y="11"/>
                  <a:pt x="111" y="11"/>
                  <a:pt x="111" y="11"/>
                </a:cubicBezTo>
                <a:cubicBezTo>
                  <a:pt x="110" y="10"/>
                  <a:pt x="108" y="8"/>
                  <a:pt x="105" y="8"/>
                </a:cubicBezTo>
                <a:cubicBezTo>
                  <a:pt x="7" y="8"/>
                  <a:pt x="7" y="8"/>
                  <a:pt x="7" y="8"/>
                </a:cubicBezTo>
                <a:cubicBezTo>
                  <a:pt x="3" y="8"/>
                  <a:pt x="0" y="11"/>
                  <a:pt x="0" y="15"/>
                </a:cubicBezTo>
                <a:cubicBezTo>
                  <a:pt x="0" y="157"/>
                  <a:pt x="0" y="157"/>
                  <a:pt x="0" y="157"/>
                </a:cubicBezTo>
                <a:cubicBezTo>
                  <a:pt x="0" y="161"/>
                  <a:pt x="3" y="164"/>
                  <a:pt x="7" y="164"/>
                </a:cubicBezTo>
                <a:cubicBezTo>
                  <a:pt x="105" y="164"/>
                  <a:pt x="105" y="164"/>
                  <a:pt x="105" y="164"/>
                </a:cubicBezTo>
                <a:cubicBezTo>
                  <a:pt x="109" y="164"/>
                  <a:pt x="112" y="161"/>
                  <a:pt x="112" y="157"/>
                </a:cubicBezTo>
                <a:cubicBezTo>
                  <a:pt x="112" y="71"/>
                  <a:pt x="112" y="71"/>
                  <a:pt x="112" y="71"/>
                </a:cubicBezTo>
                <a:cubicBezTo>
                  <a:pt x="136" y="159"/>
                  <a:pt x="136" y="159"/>
                  <a:pt x="136" y="159"/>
                </a:cubicBezTo>
                <a:cubicBezTo>
                  <a:pt x="136" y="162"/>
                  <a:pt x="140" y="164"/>
                  <a:pt x="144" y="163"/>
                </a:cubicBezTo>
                <a:cubicBezTo>
                  <a:pt x="191" y="151"/>
                  <a:pt x="191" y="151"/>
                  <a:pt x="191" y="151"/>
                </a:cubicBezTo>
                <a:cubicBezTo>
                  <a:pt x="195" y="150"/>
                  <a:pt x="197" y="146"/>
                  <a:pt x="196" y="142"/>
                </a:cubicBezTo>
                <a:cubicBezTo>
                  <a:pt x="159" y="6"/>
                  <a:pt x="159" y="6"/>
                  <a:pt x="159" y="6"/>
                </a:cubicBezTo>
                <a:close/>
                <a:moveTo>
                  <a:pt x="52" y="150"/>
                </a:moveTo>
                <a:cubicBezTo>
                  <a:pt x="52" y="150"/>
                  <a:pt x="52" y="150"/>
                  <a:pt x="52" y="150"/>
                </a:cubicBezTo>
                <a:cubicBezTo>
                  <a:pt x="14" y="150"/>
                  <a:pt x="14" y="150"/>
                  <a:pt x="14" y="150"/>
                </a:cubicBezTo>
                <a:cubicBezTo>
                  <a:pt x="14" y="22"/>
                  <a:pt x="14" y="22"/>
                  <a:pt x="14" y="22"/>
                </a:cubicBezTo>
                <a:cubicBezTo>
                  <a:pt x="52" y="22"/>
                  <a:pt x="52" y="22"/>
                  <a:pt x="52" y="22"/>
                </a:cubicBezTo>
                <a:cubicBezTo>
                  <a:pt x="52" y="150"/>
                  <a:pt x="52" y="150"/>
                  <a:pt x="52" y="150"/>
                </a:cubicBezTo>
                <a:close/>
                <a:moveTo>
                  <a:pt x="99" y="150"/>
                </a:moveTo>
                <a:cubicBezTo>
                  <a:pt x="99" y="150"/>
                  <a:pt x="99" y="150"/>
                  <a:pt x="99" y="150"/>
                </a:cubicBezTo>
                <a:cubicBezTo>
                  <a:pt x="60" y="150"/>
                  <a:pt x="60" y="150"/>
                  <a:pt x="60" y="150"/>
                </a:cubicBezTo>
                <a:cubicBezTo>
                  <a:pt x="60" y="22"/>
                  <a:pt x="60" y="22"/>
                  <a:pt x="60" y="22"/>
                </a:cubicBezTo>
                <a:cubicBezTo>
                  <a:pt x="99" y="22"/>
                  <a:pt x="99" y="22"/>
                  <a:pt x="99" y="22"/>
                </a:cubicBezTo>
                <a:cubicBezTo>
                  <a:pt x="99" y="150"/>
                  <a:pt x="99" y="150"/>
                  <a:pt x="99" y="150"/>
                </a:cubicBezTo>
                <a:close/>
                <a:moveTo>
                  <a:pt x="147" y="149"/>
                </a:moveTo>
                <a:cubicBezTo>
                  <a:pt x="147" y="149"/>
                  <a:pt x="147" y="149"/>
                  <a:pt x="147" y="149"/>
                </a:cubicBezTo>
                <a:cubicBezTo>
                  <a:pt x="114" y="25"/>
                  <a:pt x="114" y="25"/>
                  <a:pt x="114" y="25"/>
                </a:cubicBezTo>
                <a:cubicBezTo>
                  <a:pt x="148" y="16"/>
                  <a:pt x="148" y="16"/>
                  <a:pt x="148" y="16"/>
                </a:cubicBezTo>
                <a:cubicBezTo>
                  <a:pt x="181" y="139"/>
                  <a:pt x="181" y="139"/>
                  <a:pt x="181" y="139"/>
                </a:cubicBezTo>
                <a:cubicBezTo>
                  <a:pt x="147" y="149"/>
                  <a:pt x="147" y="149"/>
                  <a:pt x="147" y="149"/>
                </a:cubicBezTo>
                <a:close/>
                <a:moveTo>
                  <a:pt x="23" y="133"/>
                </a:moveTo>
                <a:cubicBezTo>
                  <a:pt x="23" y="133"/>
                  <a:pt x="23" y="133"/>
                  <a:pt x="23" y="133"/>
                </a:cubicBezTo>
                <a:cubicBezTo>
                  <a:pt x="23" y="133"/>
                  <a:pt x="23" y="133"/>
                  <a:pt x="23" y="133"/>
                </a:cubicBezTo>
                <a:cubicBezTo>
                  <a:pt x="26" y="136"/>
                  <a:pt x="29" y="137"/>
                  <a:pt x="33" y="137"/>
                </a:cubicBezTo>
                <a:cubicBezTo>
                  <a:pt x="37" y="137"/>
                  <a:pt x="40" y="136"/>
                  <a:pt x="42" y="134"/>
                </a:cubicBezTo>
                <a:cubicBezTo>
                  <a:pt x="43" y="133"/>
                  <a:pt x="43" y="133"/>
                  <a:pt x="43" y="133"/>
                </a:cubicBezTo>
                <a:cubicBezTo>
                  <a:pt x="45" y="131"/>
                  <a:pt x="47" y="127"/>
                  <a:pt x="47" y="124"/>
                </a:cubicBezTo>
                <a:cubicBezTo>
                  <a:pt x="47" y="120"/>
                  <a:pt x="45" y="116"/>
                  <a:pt x="43" y="114"/>
                </a:cubicBezTo>
                <a:cubicBezTo>
                  <a:pt x="42" y="114"/>
                  <a:pt x="42" y="114"/>
                  <a:pt x="42" y="114"/>
                </a:cubicBezTo>
                <a:cubicBezTo>
                  <a:pt x="40" y="112"/>
                  <a:pt x="37" y="110"/>
                  <a:pt x="33" y="110"/>
                </a:cubicBezTo>
                <a:cubicBezTo>
                  <a:pt x="29" y="110"/>
                  <a:pt x="26" y="112"/>
                  <a:pt x="23" y="114"/>
                </a:cubicBezTo>
                <a:cubicBezTo>
                  <a:pt x="21" y="116"/>
                  <a:pt x="19" y="120"/>
                  <a:pt x="19" y="124"/>
                </a:cubicBezTo>
                <a:cubicBezTo>
                  <a:pt x="19" y="127"/>
                  <a:pt x="21" y="131"/>
                  <a:pt x="23" y="133"/>
                </a:cubicBezTo>
                <a:close/>
                <a:moveTo>
                  <a:pt x="29" y="120"/>
                </a:moveTo>
                <a:cubicBezTo>
                  <a:pt x="29" y="120"/>
                  <a:pt x="29" y="120"/>
                  <a:pt x="29" y="120"/>
                </a:cubicBezTo>
                <a:cubicBezTo>
                  <a:pt x="30" y="119"/>
                  <a:pt x="31" y="118"/>
                  <a:pt x="33" y="118"/>
                </a:cubicBezTo>
                <a:cubicBezTo>
                  <a:pt x="34" y="118"/>
                  <a:pt x="36" y="119"/>
                  <a:pt x="37" y="120"/>
                </a:cubicBezTo>
                <a:cubicBezTo>
                  <a:pt x="37" y="120"/>
                  <a:pt x="37" y="120"/>
                  <a:pt x="37" y="120"/>
                </a:cubicBezTo>
                <a:cubicBezTo>
                  <a:pt x="38" y="121"/>
                  <a:pt x="38" y="122"/>
                  <a:pt x="38" y="124"/>
                </a:cubicBezTo>
                <a:cubicBezTo>
                  <a:pt x="38" y="125"/>
                  <a:pt x="38" y="127"/>
                  <a:pt x="37" y="128"/>
                </a:cubicBezTo>
                <a:cubicBezTo>
                  <a:pt x="36" y="129"/>
                  <a:pt x="34" y="129"/>
                  <a:pt x="33" y="129"/>
                </a:cubicBezTo>
                <a:cubicBezTo>
                  <a:pt x="31" y="129"/>
                  <a:pt x="30" y="129"/>
                  <a:pt x="29" y="128"/>
                </a:cubicBezTo>
                <a:cubicBezTo>
                  <a:pt x="29" y="127"/>
                  <a:pt x="29" y="127"/>
                  <a:pt x="29" y="127"/>
                </a:cubicBezTo>
                <a:cubicBezTo>
                  <a:pt x="28" y="126"/>
                  <a:pt x="27" y="125"/>
                  <a:pt x="27" y="124"/>
                </a:cubicBezTo>
                <a:cubicBezTo>
                  <a:pt x="27" y="122"/>
                  <a:pt x="28" y="121"/>
                  <a:pt x="29" y="120"/>
                </a:cubicBezTo>
                <a:close/>
                <a:moveTo>
                  <a:pt x="32" y="91"/>
                </a:moveTo>
                <a:cubicBezTo>
                  <a:pt x="32" y="91"/>
                  <a:pt x="32" y="91"/>
                  <a:pt x="32" y="91"/>
                </a:cubicBezTo>
                <a:cubicBezTo>
                  <a:pt x="34" y="91"/>
                  <a:pt x="36" y="89"/>
                  <a:pt x="36" y="87"/>
                </a:cubicBezTo>
                <a:cubicBezTo>
                  <a:pt x="36" y="38"/>
                  <a:pt x="36" y="38"/>
                  <a:pt x="36" y="38"/>
                </a:cubicBezTo>
                <a:cubicBezTo>
                  <a:pt x="36" y="35"/>
                  <a:pt x="34" y="34"/>
                  <a:pt x="32" y="34"/>
                </a:cubicBezTo>
                <a:cubicBezTo>
                  <a:pt x="29" y="34"/>
                  <a:pt x="28" y="35"/>
                  <a:pt x="28" y="38"/>
                </a:cubicBezTo>
                <a:cubicBezTo>
                  <a:pt x="28" y="87"/>
                  <a:pt x="28" y="87"/>
                  <a:pt x="28" y="87"/>
                </a:cubicBezTo>
                <a:cubicBezTo>
                  <a:pt x="28" y="89"/>
                  <a:pt x="29" y="91"/>
                  <a:pt x="32" y="91"/>
                </a:cubicBezTo>
                <a:close/>
                <a:moveTo>
                  <a:pt x="134" y="31"/>
                </a:moveTo>
                <a:cubicBezTo>
                  <a:pt x="134" y="31"/>
                  <a:pt x="134" y="31"/>
                  <a:pt x="134" y="31"/>
                </a:cubicBezTo>
                <a:cubicBezTo>
                  <a:pt x="132" y="32"/>
                  <a:pt x="131" y="34"/>
                  <a:pt x="131" y="36"/>
                </a:cubicBezTo>
                <a:cubicBezTo>
                  <a:pt x="144" y="84"/>
                  <a:pt x="144" y="84"/>
                  <a:pt x="144" y="84"/>
                </a:cubicBezTo>
                <a:cubicBezTo>
                  <a:pt x="144" y="86"/>
                  <a:pt x="146" y="87"/>
                  <a:pt x="149" y="86"/>
                </a:cubicBezTo>
                <a:cubicBezTo>
                  <a:pt x="151" y="86"/>
                  <a:pt x="152" y="84"/>
                  <a:pt x="152" y="82"/>
                </a:cubicBezTo>
                <a:cubicBezTo>
                  <a:pt x="139" y="34"/>
                  <a:pt x="139" y="34"/>
                  <a:pt x="139" y="34"/>
                </a:cubicBezTo>
                <a:cubicBezTo>
                  <a:pt x="138" y="32"/>
                  <a:pt x="136" y="31"/>
                  <a:pt x="134" y="31"/>
                </a:cubicBezTo>
                <a:close/>
                <a:moveTo>
                  <a:pt x="69" y="133"/>
                </a:moveTo>
                <a:cubicBezTo>
                  <a:pt x="69" y="133"/>
                  <a:pt x="69" y="133"/>
                  <a:pt x="69" y="133"/>
                </a:cubicBezTo>
                <a:cubicBezTo>
                  <a:pt x="69" y="133"/>
                  <a:pt x="69" y="133"/>
                  <a:pt x="69" y="133"/>
                </a:cubicBezTo>
                <a:cubicBezTo>
                  <a:pt x="71" y="136"/>
                  <a:pt x="75" y="137"/>
                  <a:pt x="79" y="137"/>
                </a:cubicBezTo>
                <a:cubicBezTo>
                  <a:pt x="82" y="137"/>
                  <a:pt x="86" y="136"/>
                  <a:pt x="88" y="134"/>
                </a:cubicBezTo>
                <a:cubicBezTo>
                  <a:pt x="88" y="133"/>
                  <a:pt x="88" y="133"/>
                  <a:pt x="88" y="133"/>
                </a:cubicBezTo>
                <a:cubicBezTo>
                  <a:pt x="91" y="131"/>
                  <a:pt x="92" y="127"/>
                  <a:pt x="92" y="124"/>
                </a:cubicBezTo>
                <a:cubicBezTo>
                  <a:pt x="92" y="120"/>
                  <a:pt x="91" y="116"/>
                  <a:pt x="88" y="114"/>
                </a:cubicBezTo>
                <a:cubicBezTo>
                  <a:pt x="86" y="112"/>
                  <a:pt x="82" y="110"/>
                  <a:pt x="79" y="110"/>
                </a:cubicBezTo>
                <a:cubicBezTo>
                  <a:pt x="75" y="110"/>
                  <a:pt x="71" y="112"/>
                  <a:pt x="69" y="114"/>
                </a:cubicBezTo>
                <a:cubicBezTo>
                  <a:pt x="69" y="114"/>
                  <a:pt x="69" y="114"/>
                  <a:pt x="69" y="114"/>
                </a:cubicBezTo>
                <a:cubicBezTo>
                  <a:pt x="66" y="116"/>
                  <a:pt x="65" y="120"/>
                  <a:pt x="65" y="124"/>
                </a:cubicBezTo>
                <a:cubicBezTo>
                  <a:pt x="65" y="127"/>
                  <a:pt x="66" y="131"/>
                  <a:pt x="69" y="133"/>
                </a:cubicBezTo>
                <a:close/>
                <a:moveTo>
                  <a:pt x="75" y="120"/>
                </a:moveTo>
                <a:cubicBezTo>
                  <a:pt x="75" y="120"/>
                  <a:pt x="75" y="120"/>
                  <a:pt x="75" y="120"/>
                </a:cubicBezTo>
                <a:cubicBezTo>
                  <a:pt x="76" y="119"/>
                  <a:pt x="77" y="118"/>
                  <a:pt x="79" y="118"/>
                </a:cubicBezTo>
                <a:cubicBezTo>
                  <a:pt x="80" y="118"/>
                  <a:pt x="81" y="119"/>
                  <a:pt x="82" y="120"/>
                </a:cubicBezTo>
                <a:cubicBezTo>
                  <a:pt x="82" y="120"/>
                  <a:pt x="82" y="120"/>
                  <a:pt x="82" y="120"/>
                </a:cubicBezTo>
                <a:cubicBezTo>
                  <a:pt x="84" y="121"/>
                  <a:pt x="84" y="122"/>
                  <a:pt x="84" y="124"/>
                </a:cubicBezTo>
                <a:cubicBezTo>
                  <a:pt x="84" y="125"/>
                  <a:pt x="84" y="127"/>
                  <a:pt x="83" y="128"/>
                </a:cubicBezTo>
                <a:cubicBezTo>
                  <a:pt x="82" y="128"/>
                  <a:pt x="82" y="128"/>
                  <a:pt x="82" y="128"/>
                </a:cubicBezTo>
                <a:cubicBezTo>
                  <a:pt x="81" y="129"/>
                  <a:pt x="80" y="129"/>
                  <a:pt x="79" y="129"/>
                </a:cubicBezTo>
                <a:cubicBezTo>
                  <a:pt x="77" y="129"/>
                  <a:pt x="76" y="129"/>
                  <a:pt x="75" y="128"/>
                </a:cubicBezTo>
                <a:cubicBezTo>
                  <a:pt x="74" y="127"/>
                  <a:pt x="74" y="127"/>
                  <a:pt x="74" y="127"/>
                </a:cubicBezTo>
                <a:cubicBezTo>
                  <a:pt x="74" y="126"/>
                  <a:pt x="73" y="125"/>
                  <a:pt x="73" y="124"/>
                </a:cubicBezTo>
                <a:cubicBezTo>
                  <a:pt x="73" y="122"/>
                  <a:pt x="74" y="121"/>
                  <a:pt x="75" y="120"/>
                </a:cubicBezTo>
                <a:close/>
                <a:moveTo>
                  <a:pt x="81" y="91"/>
                </a:moveTo>
                <a:cubicBezTo>
                  <a:pt x="81" y="91"/>
                  <a:pt x="81" y="91"/>
                  <a:pt x="81" y="91"/>
                </a:cubicBezTo>
                <a:cubicBezTo>
                  <a:pt x="83" y="91"/>
                  <a:pt x="85" y="89"/>
                  <a:pt x="85" y="87"/>
                </a:cubicBezTo>
                <a:cubicBezTo>
                  <a:pt x="85" y="38"/>
                  <a:pt x="85" y="38"/>
                  <a:pt x="85" y="38"/>
                </a:cubicBezTo>
                <a:cubicBezTo>
                  <a:pt x="85" y="35"/>
                  <a:pt x="83" y="34"/>
                  <a:pt x="81" y="34"/>
                </a:cubicBezTo>
                <a:cubicBezTo>
                  <a:pt x="79" y="34"/>
                  <a:pt x="77" y="35"/>
                  <a:pt x="77" y="38"/>
                </a:cubicBezTo>
                <a:cubicBezTo>
                  <a:pt x="77" y="87"/>
                  <a:pt x="77" y="87"/>
                  <a:pt x="77" y="87"/>
                </a:cubicBezTo>
                <a:cubicBezTo>
                  <a:pt x="77" y="89"/>
                  <a:pt x="79" y="91"/>
                  <a:pt x="81" y="91"/>
                </a:cubicBezTo>
                <a:close/>
                <a:moveTo>
                  <a:pt x="148" y="109"/>
                </a:moveTo>
                <a:cubicBezTo>
                  <a:pt x="148" y="109"/>
                  <a:pt x="148" y="109"/>
                  <a:pt x="148" y="109"/>
                </a:cubicBezTo>
                <a:cubicBezTo>
                  <a:pt x="146" y="111"/>
                  <a:pt x="144" y="114"/>
                  <a:pt x="144" y="118"/>
                </a:cubicBezTo>
                <a:cubicBezTo>
                  <a:pt x="144" y="122"/>
                  <a:pt x="146" y="125"/>
                  <a:pt x="148" y="128"/>
                </a:cubicBezTo>
                <a:cubicBezTo>
                  <a:pt x="148" y="128"/>
                  <a:pt x="148" y="128"/>
                  <a:pt x="148" y="128"/>
                </a:cubicBezTo>
                <a:cubicBezTo>
                  <a:pt x="151" y="130"/>
                  <a:pt x="154" y="132"/>
                  <a:pt x="158" y="132"/>
                </a:cubicBezTo>
                <a:cubicBezTo>
                  <a:pt x="161" y="132"/>
                  <a:pt x="165" y="131"/>
                  <a:pt x="167" y="128"/>
                </a:cubicBezTo>
                <a:cubicBezTo>
                  <a:pt x="167" y="128"/>
                  <a:pt x="167" y="128"/>
                  <a:pt x="167" y="128"/>
                </a:cubicBezTo>
                <a:cubicBezTo>
                  <a:pt x="168" y="128"/>
                  <a:pt x="168" y="128"/>
                  <a:pt x="168" y="128"/>
                </a:cubicBezTo>
                <a:cubicBezTo>
                  <a:pt x="170" y="126"/>
                  <a:pt x="171" y="122"/>
                  <a:pt x="171" y="118"/>
                </a:cubicBezTo>
                <a:cubicBezTo>
                  <a:pt x="171" y="114"/>
                  <a:pt x="170" y="111"/>
                  <a:pt x="168" y="109"/>
                </a:cubicBezTo>
                <a:cubicBezTo>
                  <a:pt x="168" y="109"/>
                  <a:pt x="168" y="109"/>
                  <a:pt x="168" y="109"/>
                </a:cubicBezTo>
                <a:cubicBezTo>
                  <a:pt x="168" y="109"/>
                  <a:pt x="168" y="109"/>
                  <a:pt x="168" y="109"/>
                </a:cubicBezTo>
                <a:cubicBezTo>
                  <a:pt x="165" y="106"/>
                  <a:pt x="162" y="105"/>
                  <a:pt x="158" y="105"/>
                </a:cubicBezTo>
                <a:cubicBezTo>
                  <a:pt x="154" y="105"/>
                  <a:pt x="151" y="106"/>
                  <a:pt x="148" y="109"/>
                </a:cubicBezTo>
                <a:close/>
                <a:moveTo>
                  <a:pt x="154" y="114"/>
                </a:moveTo>
                <a:cubicBezTo>
                  <a:pt x="154" y="114"/>
                  <a:pt x="154" y="114"/>
                  <a:pt x="154" y="114"/>
                </a:cubicBezTo>
                <a:cubicBezTo>
                  <a:pt x="155" y="113"/>
                  <a:pt x="156" y="113"/>
                  <a:pt x="158" y="113"/>
                </a:cubicBezTo>
                <a:cubicBezTo>
                  <a:pt x="159" y="113"/>
                  <a:pt x="161" y="113"/>
                  <a:pt x="162" y="114"/>
                </a:cubicBezTo>
                <a:cubicBezTo>
                  <a:pt x="163" y="115"/>
                  <a:pt x="163" y="117"/>
                  <a:pt x="163" y="118"/>
                </a:cubicBezTo>
                <a:cubicBezTo>
                  <a:pt x="163" y="120"/>
                  <a:pt x="163" y="121"/>
                  <a:pt x="162" y="122"/>
                </a:cubicBezTo>
                <a:cubicBezTo>
                  <a:pt x="161" y="123"/>
                  <a:pt x="159" y="124"/>
                  <a:pt x="158" y="124"/>
                </a:cubicBezTo>
                <a:cubicBezTo>
                  <a:pt x="156" y="124"/>
                  <a:pt x="155" y="123"/>
                  <a:pt x="154" y="122"/>
                </a:cubicBezTo>
                <a:cubicBezTo>
                  <a:pt x="154" y="122"/>
                  <a:pt x="154" y="122"/>
                  <a:pt x="154" y="122"/>
                </a:cubicBezTo>
                <a:cubicBezTo>
                  <a:pt x="153" y="121"/>
                  <a:pt x="152" y="120"/>
                  <a:pt x="152" y="118"/>
                </a:cubicBezTo>
                <a:cubicBezTo>
                  <a:pt x="152" y="117"/>
                  <a:pt x="153" y="115"/>
                  <a:pt x="154" y="114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74" name="组合 73"/>
          <p:cNvGrpSpPr/>
          <p:nvPr/>
        </p:nvGrpSpPr>
        <p:grpSpPr>
          <a:xfrm>
            <a:off x="2167164" y="2571750"/>
            <a:ext cx="1512542" cy="1895740"/>
            <a:chOff x="522514" y="3027330"/>
            <a:chExt cx="1512542" cy="1440160"/>
          </a:xfrm>
        </p:grpSpPr>
        <p:sp>
          <p:nvSpPr>
            <p:cNvPr id="75" name="矩形 74"/>
            <p:cNvSpPr/>
            <p:nvPr/>
          </p:nvSpPr>
          <p:spPr>
            <a:xfrm>
              <a:off x="522514" y="3027330"/>
              <a:ext cx="1512542" cy="1440160"/>
            </a:xfrm>
            <a:prstGeom prst="rect">
              <a:avLst/>
            </a:prstGeom>
            <a:solidFill>
              <a:schemeClr val="bg1">
                <a:lumMod val="8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6" name="直接连接符 75"/>
            <p:cNvCxnSpPr/>
            <p:nvPr/>
          </p:nvCxnSpPr>
          <p:spPr>
            <a:xfrm>
              <a:off x="522514" y="3393953"/>
              <a:ext cx="1512542" cy="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组合 76"/>
          <p:cNvGrpSpPr/>
          <p:nvPr/>
        </p:nvGrpSpPr>
        <p:grpSpPr>
          <a:xfrm>
            <a:off x="3818164" y="2571750"/>
            <a:ext cx="1512542" cy="1895740"/>
            <a:chOff x="522514" y="3027330"/>
            <a:chExt cx="1512542" cy="1440160"/>
          </a:xfrm>
        </p:grpSpPr>
        <p:sp>
          <p:nvSpPr>
            <p:cNvPr id="78" name="矩形 77"/>
            <p:cNvSpPr/>
            <p:nvPr/>
          </p:nvSpPr>
          <p:spPr>
            <a:xfrm>
              <a:off x="522514" y="3027330"/>
              <a:ext cx="1512542" cy="1440160"/>
            </a:xfrm>
            <a:prstGeom prst="rect">
              <a:avLst/>
            </a:prstGeom>
            <a:solidFill>
              <a:schemeClr val="bg1">
                <a:lumMod val="8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9" name="直接连接符 78"/>
            <p:cNvCxnSpPr/>
            <p:nvPr/>
          </p:nvCxnSpPr>
          <p:spPr>
            <a:xfrm>
              <a:off x="522514" y="3393953"/>
              <a:ext cx="1512542" cy="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" name="组合 79"/>
          <p:cNvGrpSpPr/>
          <p:nvPr/>
        </p:nvGrpSpPr>
        <p:grpSpPr>
          <a:xfrm>
            <a:off x="5475514" y="2571750"/>
            <a:ext cx="1512542" cy="1895740"/>
            <a:chOff x="522514" y="3027330"/>
            <a:chExt cx="1512542" cy="1440160"/>
          </a:xfrm>
        </p:grpSpPr>
        <p:sp>
          <p:nvSpPr>
            <p:cNvPr id="81" name="矩形 80"/>
            <p:cNvSpPr/>
            <p:nvPr/>
          </p:nvSpPr>
          <p:spPr>
            <a:xfrm>
              <a:off x="522514" y="3027330"/>
              <a:ext cx="1512542" cy="1440160"/>
            </a:xfrm>
            <a:prstGeom prst="rect">
              <a:avLst/>
            </a:prstGeom>
            <a:solidFill>
              <a:schemeClr val="bg1">
                <a:lumMod val="8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2" name="直接连接符 81"/>
            <p:cNvCxnSpPr/>
            <p:nvPr/>
          </p:nvCxnSpPr>
          <p:spPr>
            <a:xfrm>
              <a:off x="522514" y="3393953"/>
              <a:ext cx="1512542" cy="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3" name="组合 82"/>
          <p:cNvGrpSpPr/>
          <p:nvPr/>
        </p:nvGrpSpPr>
        <p:grpSpPr>
          <a:xfrm>
            <a:off x="7120164" y="2571750"/>
            <a:ext cx="1512542" cy="1895740"/>
            <a:chOff x="522514" y="3027330"/>
            <a:chExt cx="1512542" cy="1440160"/>
          </a:xfrm>
        </p:grpSpPr>
        <p:sp>
          <p:nvSpPr>
            <p:cNvPr id="84" name="矩形 83"/>
            <p:cNvSpPr/>
            <p:nvPr/>
          </p:nvSpPr>
          <p:spPr>
            <a:xfrm>
              <a:off x="522514" y="3027330"/>
              <a:ext cx="1512542" cy="1440160"/>
            </a:xfrm>
            <a:prstGeom prst="rect">
              <a:avLst/>
            </a:prstGeom>
            <a:solidFill>
              <a:schemeClr val="bg1">
                <a:lumMod val="8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5" name="直接连接符 84"/>
            <p:cNvCxnSpPr/>
            <p:nvPr/>
          </p:nvCxnSpPr>
          <p:spPr>
            <a:xfrm>
              <a:off x="522514" y="3393953"/>
              <a:ext cx="1512542" cy="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矩形 58"/>
          <p:cNvSpPr/>
          <p:nvPr/>
        </p:nvSpPr>
        <p:spPr>
          <a:xfrm>
            <a:off x="4223184" y="3111789"/>
            <a:ext cx="697627" cy="7568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RTA</a:t>
            </a: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模型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协作流程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迭代反馈</a:t>
            </a:r>
          </a:p>
        </p:txBody>
      </p:sp>
      <p:sp>
        <p:nvSpPr>
          <p:cNvPr id="60" name="矩形 59"/>
          <p:cNvSpPr/>
          <p:nvPr/>
        </p:nvSpPr>
        <p:spPr>
          <a:xfrm>
            <a:off x="2570490" y="3111789"/>
            <a:ext cx="697627" cy="7568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需求分析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总体架构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角色划分</a:t>
            </a:r>
          </a:p>
        </p:txBody>
      </p:sp>
      <p:sp>
        <p:nvSpPr>
          <p:cNvPr id="61" name="矩形 60"/>
          <p:cNvSpPr/>
          <p:nvPr/>
        </p:nvSpPr>
        <p:spPr>
          <a:xfrm>
            <a:off x="917796" y="3111789"/>
            <a:ext cx="697627" cy="7568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选题背景</a:t>
            </a:r>
          </a:p>
          <a:p>
            <a:pPr algn="ctr">
              <a:lnSpc>
                <a:spcPct val="150000"/>
              </a:lnSpc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研究意义</a:t>
            </a:r>
          </a:p>
          <a:p>
            <a:pPr algn="ctr">
              <a:lnSpc>
                <a:spcPct val="150000"/>
              </a:lnSpc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研究现状</a:t>
            </a:r>
          </a:p>
        </p:txBody>
      </p:sp>
      <p:sp>
        <p:nvSpPr>
          <p:cNvPr id="62" name="矩形 61"/>
          <p:cNvSpPr/>
          <p:nvPr/>
        </p:nvSpPr>
        <p:spPr>
          <a:xfrm>
            <a:off x="7535343" y="3111789"/>
            <a:ext cx="697627" cy="7568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原型实现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功能测试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总结展望</a:t>
            </a:r>
          </a:p>
        </p:txBody>
      </p:sp>
      <p:sp>
        <p:nvSpPr>
          <p:cNvPr id="63" name="矩形 62"/>
          <p:cNvSpPr/>
          <p:nvPr/>
        </p:nvSpPr>
        <p:spPr>
          <a:xfrm>
            <a:off x="5818529" y="3111789"/>
            <a:ext cx="825867" cy="7568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多来源生成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INVEST</a:t>
            </a: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评价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轻量级优化</a:t>
            </a:r>
          </a:p>
        </p:txBody>
      </p:sp>
      <p:sp>
        <p:nvSpPr>
          <p:cNvPr id="64" name="矩形 63"/>
          <p:cNvSpPr/>
          <p:nvPr/>
        </p:nvSpPr>
        <p:spPr>
          <a:xfrm>
            <a:off x="3864113" y="2667289"/>
            <a:ext cx="141577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200" b="1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多智能体协作机制</a:t>
            </a:r>
          </a:p>
        </p:txBody>
      </p:sp>
      <p:sp>
        <p:nvSpPr>
          <p:cNvPr id="65" name="矩形 64"/>
          <p:cNvSpPr/>
          <p:nvPr/>
        </p:nvSpPr>
        <p:spPr>
          <a:xfrm>
            <a:off x="2365307" y="2667289"/>
            <a:ext cx="110799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200" b="1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系统总体设计</a:t>
            </a:r>
          </a:p>
        </p:txBody>
      </p:sp>
      <p:sp>
        <p:nvSpPr>
          <p:cNvPr id="66" name="矩形 65"/>
          <p:cNvSpPr/>
          <p:nvPr/>
        </p:nvSpPr>
        <p:spPr>
          <a:xfrm>
            <a:off x="578132" y="2673928"/>
            <a:ext cx="137695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绪论与研究背景</a:t>
            </a:r>
          </a:p>
        </p:txBody>
      </p:sp>
      <p:sp>
        <p:nvSpPr>
          <p:cNvPr id="67" name="矩形 66"/>
          <p:cNvSpPr/>
          <p:nvPr/>
        </p:nvSpPr>
        <p:spPr>
          <a:xfrm>
            <a:off x="7099328" y="2667289"/>
            <a:ext cx="156966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200" b="1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系统实现与测试总结</a:t>
            </a:r>
          </a:p>
        </p:txBody>
      </p:sp>
      <p:sp>
        <p:nvSpPr>
          <p:cNvPr id="68" name="矩形 67"/>
          <p:cNvSpPr/>
          <p:nvPr/>
        </p:nvSpPr>
        <p:spPr>
          <a:xfrm>
            <a:off x="5446634" y="2667289"/>
            <a:ext cx="156966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200" b="1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用户故事生成与评估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/>
          <p:cNvSpPr/>
          <p:nvPr/>
        </p:nvSpPr>
        <p:spPr>
          <a:xfrm>
            <a:off x="4573570" y="2676794"/>
            <a:ext cx="1255472" cy="7568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indent="-17145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选题背景</a:t>
            </a:r>
          </a:p>
          <a:p>
            <a:pPr marL="171450" indent="-17145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研究意义</a:t>
            </a:r>
          </a:p>
          <a:p>
            <a:pPr marL="171450" indent="-17145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国内外研究现状</a:t>
            </a:r>
          </a:p>
        </p:txBody>
      </p:sp>
      <p:sp>
        <p:nvSpPr>
          <p:cNvPr id="39" name="矩形 38"/>
          <p:cNvSpPr/>
          <p:nvPr/>
        </p:nvSpPr>
        <p:spPr>
          <a:xfrm>
            <a:off x="5364088" y="2070506"/>
            <a:ext cx="113817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ln w="6350"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Impact" pitchFamily="34" charset="0"/>
                <a:ea typeface="微软雅黑" pitchFamily="34" charset="-122"/>
              </a:rPr>
              <a:t>绪论</a:t>
            </a:r>
          </a:p>
        </p:txBody>
      </p:sp>
      <p:sp>
        <p:nvSpPr>
          <p:cNvPr id="41" name="矩形 40"/>
          <p:cNvSpPr/>
          <p:nvPr/>
        </p:nvSpPr>
        <p:spPr>
          <a:xfrm>
            <a:off x="4573570" y="1790523"/>
            <a:ext cx="79051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4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01</a:t>
            </a:r>
            <a:endParaRPr lang="zh-CN" altLang="en-US" sz="44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0" y="2517744"/>
            <a:ext cx="9144000" cy="54006"/>
            <a:chOff x="2190216" y="0"/>
            <a:chExt cx="7128792" cy="108012"/>
          </a:xfrm>
        </p:grpSpPr>
        <p:sp>
          <p:nvSpPr>
            <p:cNvPr id="50" name="矩形 49"/>
            <p:cNvSpPr/>
            <p:nvPr/>
          </p:nvSpPr>
          <p:spPr>
            <a:xfrm>
              <a:off x="2190216" y="0"/>
              <a:ext cx="1188132" cy="10801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矩形 52"/>
            <p:cNvSpPr/>
            <p:nvPr/>
          </p:nvSpPr>
          <p:spPr>
            <a:xfrm>
              <a:off x="3378348" y="0"/>
              <a:ext cx="1188132" cy="10801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矩形 55"/>
            <p:cNvSpPr/>
            <p:nvPr/>
          </p:nvSpPr>
          <p:spPr>
            <a:xfrm>
              <a:off x="4566480" y="0"/>
              <a:ext cx="1188132" cy="10801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矩形 56"/>
            <p:cNvSpPr/>
            <p:nvPr/>
          </p:nvSpPr>
          <p:spPr>
            <a:xfrm>
              <a:off x="5754612" y="0"/>
              <a:ext cx="1188132" cy="10801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矩形 57"/>
            <p:cNvSpPr/>
            <p:nvPr/>
          </p:nvSpPr>
          <p:spPr>
            <a:xfrm>
              <a:off x="6942744" y="0"/>
              <a:ext cx="1188132" cy="10801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矩形 73"/>
            <p:cNvSpPr/>
            <p:nvPr/>
          </p:nvSpPr>
          <p:spPr>
            <a:xfrm>
              <a:off x="8130876" y="0"/>
              <a:ext cx="1188132" cy="108012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6096000" y="411510"/>
            <a:ext cx="2580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2F2F2"/>
                </a:solidFill>
              </a:rPr>
              <a:t>https://www.ypppt.com/</a:t>
            </a:r>
            <a:endParaRPr lang="zh-CN" altLang="en-US" dirty="0">
              <a:solidFill>
                <a:srgbClr val="F2F2F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97" name="Group 21"/>
          <p:cNvGrpSpPr/>
          <p:nvPr/>
        </p:nvGrpSpPr>
        <p:grpSpPr bwMode="auto">
          <a:xfrm>
            <a:off x="2946401" y="1902412"/>
            <a:ext cx="3248025" cy="2102499"/>
            <a:chOff x="0" y="0"/>
            <a:chExt cx="2046" cy="1324"/>
          </a:xfrm>
        </p:grpSpPr>
        <p:sp>
          <p:nvSpPr>
            <p:cNvPr id="24598" name="Freeform 22"/>
            <p:cNvSpPr/>
            <p:nvPr/>
          </p:nvSpPr>
          <p:spPr bwMode="auto">
            <a:xfrm>
              <a:off x="1023" y="0"/>
              <a:ext cx="664" cy="1324"/>
            </a:xfrm>
            <a:custGeom>
              <a:avLst/>
              <a:gdLst>
                <a:gd name="T0" fmla="*/ 0 w 347"/>
                <a:gd name="T1" fmla="*/ 0 h 693"/>
                <a:gd name="T2" fmla="*/ 0 w 347"/>
                <a:gd name="T3" fmla="*/ 122 h 693"/>
                <a:gd name="T4" fmla="*/ 225 w 347"/>
                <a:gd name="T5" fmla="*/ 347 h 693"/>
                <a:gd name="T6" fmla="*/ 0 w 347"/>
                <a:gd name="T7" fmla="*/ 572 h 693"/>
                <a:gd name="T8" fmla="*/ 0 w 347"/>
                <a:gd name="T9" fmla="*/ 693 h 693"/>
                <a:gd name="T10" fmla="*/ 347 w 347"/>
                <a:gd name="T11" fmla="*/ 347 h 693"/>
                <a:gd name="T12" fmla="*/ 0 w 347"/>
                <a:gd name="T13" fmla="*/ 0 h 6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7" h="693">
                  <a:moveTo>
                    <a:pt x="0" y="0"/>
                  </a:moveTo>
                  <a:cubicBezTo>
                    <a:pt x="0" y="122"/>
                    <a:pt x="0" y="122"/>
                    <a:pt x="0" y="122"/>
                  </a:cubicBezTo>
                  <a:cubicBezTo>
                    <a:pt x="125" y="122"/>
                    <a:pt x="225" y="222"/>
                    <a:pt x="225" y="347"/>
                  </a:cubicBezTo>
                  <a:cubicBezTo>
                    <a:pt x="225" y="471"/>
                    <a:pt x="125" y="572"/>
                    <a:pt x="0" y="572"/>
                  </a:cubicBezTo>
                  <a:cubicBezTo>
                    <a:pt x="0" y="693"/>
                    <a:pt x="0" y="693"/>
                    <a:pt x="0" y="693"/>
                  </a:cubicBezTo>
                  <a:cubicBezTo>
                    <a:pt x="192" y="693"/>
                    <a:pt x="347" y="538"/>
                    <a:pt x="347" y="347"/>
                  </a:cubicBezTo>
                  <a:cubicBezTo>
                    <a:pt x="347" y="155"/>
                    <a:pt x="192" y="0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4599" name="Freeform 23"/>
            <p:cNvSpPr/>
            <p:nvPr/>
          </p:nvSpPr>
          <p:spPr bwMode="auto">
            <a:xfrm>
              <a:off x="361" y="0"/>
              <a:ext cx="662" cy="1324"/>
            </a:xfrm>
            <a:custGeom>
              <a:avLst/>
              <a:gdLst>
                <a:gd name="T0" fmla="*/ 121 w 346"/>
                <a:gd name="T1" fmla="*/ 347 h 693"/>
                <a:gd name="T2" fmla="*/ 346 w 346"/>
                <a:gd name="T3" fmla="*/ 122 h 693"/>
                <a:gd name="T4" fmla="*/ 346 w 346"/>
                <a:gd name="T5" fmla="*/ 0 h 693"/>
                <a:gd name="T6" fmla="*/ 0 w 346"/>
                <a:gd name="T7" fmla="*/ 347 h 693"/>
                <a:gd name="T8" fmla="*/ 346 w 346"/>
                <a:gd name="T9" fmla="*/ 693 h 693"/>
                <a:gd name="T10" fmla="*/ 346 w 346"/>
                <a:gd name="T11" fmla="*/ 572 h 693"/>
                <a:gd name="T12" fmla="*/ 121 w 346"/>
                <a:gd name="T13" fmla="*/ 347 h 6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6" h="693">
                  <a:moveTo>
                    <a:pt x="121" y="347"/>
                  </a:moveTo>
                  <a:cubicBezTo>
                    <a:pt x="121" y="222"/>
                    <a:pt x="222" y="122"/>
                    <a:pt x="346" y="122"/>
                  </a:cubicBezTo>
                  <a:cubicBezTo>
                    <a:pt x="346" y="0"/>
                    <a:pt x="346" y="0"/>
                    <a:pt x="346" y="0"/>
                  </a:cubicBezTo>
                  <a:cubicBezTo>
                    <a:pt x="155" y="0"/>
                    <a:pt x="0" y="155"/>
                    <a:pt x="0" y="347"/>
                  </a:cubicBezTo>
                  <a:cubicBezTo>
                    <a:pt x="0" y="538"/>
                    <a:pt x="155" y="693"/>
                    <a:pt x="346" y="693"/>
                  </a:cubicBezTo>
                  <a:cubicBezTo>
                    <a:pt x="346" y="572"/>
                    <a:pt x="346" y="572"/>
                    <a:pt x="346" y="572"/>
                  </a:cubicBezTo>
                  <a:cubicBezTo>
                    <a:pt x="222" y="572"/>
                    <a:pt x="121" y="471"/>
                    <a:pt x="121" y="34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4600" name="Freeform 24"/>
            <p:cNvSpPr/>
            <p:nvPr/>
          </p:nvSpPr>
          <p:spPr bwMode="auto">
            <a:xfrm>
              <a:off x="593" y="233"/>
              <a:ext cx="430" cy="860"/>
            </a:xfrm>
            <a:custGeom>
              <a:avLst/>
              <a:gdLst>
                <a:gd name="T0" fmla="*/ 0 w 225"/>
                <a:gd name="T1" fmla="*/ 225 h 450"/>
                <a:gd name="T2" fmla="*/ 225 w 225"/>
                <a:gd name="T3" fmla="*/ 450 h 450"/>
                <a:gd name="T4" fmla="*/ 225 w 225"/>
                <a:gd name="T5" fmla="*/ 0 h 450"/>
                <a:gd name="T6" fmla="*/ 0 w 225"/>
                <a:gd name="T7" fmla="*/ 225 h 4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5" h="450">
                  <a:moveTo>
                    <a:pt x="0" y="225"/>
                  </a:moveTo>
                  <a:cubicBezTo>
                    <a:pt x="0" y="349"/>
                    <a:pt x="101" y="450"/>
                    <a:pt x="225" y="450"/>
                  </a:cubicBezTo>
                  <a:cubicBezTo>
                    <a:pt x="225" y="0"/>
                    <a:pt x="225" y="0"/>
                    <a:pt x="225" y="0"/>
                  </a:cubicBezTo>
                  <a:cubicBezTo>
                    <a:pt x="101" y="0"/>
                    <a:pt x="0" y="100"/>
                    <a:pt x="0" y="22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4601" name="Freeform 25"/>
            <p:cNvSpPr/>
            <p:nvPr/>
          </p:nvSpPr>
          <p:spPr bwMode="auto">
            <a:xfrm>
              <a:off x="1023" y="233"/>
              <a:ext cx="430" cy="860"/>
            </a:xfrm>
            <a:custGeom>
              <a:avLst/>
              <a:gdLst>
                <a:gd name="T0" fmla="*/ 225 w 225"/>
                <a:gd name="T1" fmla="*/ 225 h 450"/>
                <a:gd name="T2" fmla="*/ 0 w 225"/>
                <a:gd name="T3" fmla="*/ 0 h 450"/>
                <a:gd name="T4" fmla="*/ 0 w 225"/>
                <a:gd name="T5" fmla="*/ 450 h 450"/>
                <a:gd name="T6" fmla="*/ 225 w 225"/>
                <a:gd name="T7" fmla="*/ 225 h 4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5" h="450">
                  <a:moveTo>
                    <a:pt x="225" y="225"/>
                  </a:moveTo>
                  <a:cubicBezTo>
                    <a:pt x="225" y="100"/>
                    <a:pt x="125" y="0"/>
                    <a:pt x="0" y="0"/>
                  </a:cubicBezTo>
                  <a:cubicBezTo>
                    <a:pt x="0" y="450"/>
                    <a:pt x="0" y="450"/>
                    <a:pt x="0" y="450"/>
                  </a:cubicBezTo>
                  <a:cubicBezTo>
                    <a:pt x="125" y="450"/>
                    <a:pt x="225" y="349"/>
                    <a:pt x="225" y="2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4602" name="Oval 26"/>
            <p:cNvSpPr>
              <a:spLocks noChangeArrowheads="1"/>
            </p:cNvSpPr>
            <p:nvPr/>
          </p:nvSpPr>
          <p:spPr bwMode="auto">
            <a:xfrm>
              <a:off x="824" y="464"/>
              <a:ext cx="398" cy="397"/>
            </a:xfrm>
            <a:prstGeom prst="ellipse">
              <a:avLst/>
            </a:prstGeom>
            <a:solidFill>
              <a:srgbClr val="FAFA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4603" name="Freeform 27"/>
            <p:cNvSpPr>
              <a:spLocks noEditPoints="1"/>
            </p:cNvSpPr>
            <p:nvPr/>
          </p:nvSpPr>
          <p:spPr bwMode="auto">
            <a:xfrm>
              <a:off x="924" y="561"/>
              <a:ext cx="201" cy="201"/>
            </a:xfrm>
            <a:custGeom>
              <a:avLst/>
              <a:gdLst>
                <a:gd name="T0" fmla="*/ 87 w 105"/>
                <a:gd name="T1" fmla="*/ 1 h 105"/>
                <a:gd name="T2" fmla="*/ 91 w 105"/>
                <a:gd name="T3" fmla="*/ 2 h 105"/>
                <a:gd name="T4" fmla="*/ 91 w 105"/>
                <a:gd name="T5" fmla="*/ 2 h 105"/>
                <a:gd name="T6" fmla="*/ 103 w 105"/>
                <a:gd name="T7" fmla="*/ 14 h 105"/>
                <a:gd name="T8" fmla="*/ 103 w 105"/>
                <a:gd name="T9" fmla="*/ 14 h 105"/>
                <a:gd name="T10" fmla="*/ 104 w 105"/>
                <a:gd name="T11" fmla="*/ 18 h 105"/>
                <a:gd name="T12" fmla="*/ 88 w 105"/>
                <a:gd name="T13" fmla="*/ 32 h 105"/>
                <a:gd name="T14" fmla="*/ 77 w 105"/>
                <a:gd name="T15" fmla="*/ 34 h 105"/>
                <a:gd name="T16" fmla="*/ 74 w 105"/>
                <a:gd name="T17" fmla="*/ 76 h 105"/>
                <a:gd name="T18" fmla="*/ 51 w 105"/>
                <a:gd name="T19" fmla="*/ 85 h 105"/>
                <a:gd name="T20" fmla="*/ 19 w 105"/>
                <a:gd name="T21" fmla="*/ 53 h 105"/>
                <a:gd name="T22" fmla="*/ 51 w 105"/>
                <a:gd name="T23" fmla="*/ 21 h 105"/>
                <a:gd name="T24" fmla="*/ 75 w 105"/>
                <a:gd name="T25" fmla="*/ 24 h 105"/>
                <a:gd name="T26" fmla="*/ 73 w 105"/>
                <a:gd name="T27" fmla="*/ 14 h 105"/>
                <a:gd name="T28" fmla="*/ 93 w 105"/>
                <a:gd name="T29" fmla="*/ 41 h 105"/>
                <a:gd name="T30" fmla="*/ 101 w 105"/>
                <a:gd name="T31" fmla="*/ 38 h 105"/>
                <a:gd name="T32" fmla="*/ 103 w 105"/>
                <a:gd name="T33" fmla="*/ 53 h 105"/>
                <a:gd name="T34" fmla="*/ 51 w 105"/>
                <a:gd name="T35" fmla="*/ 105 h 105"/>
                <a:gd name="T36" fmla="*/ 0 w 105"/>
                <a:gd name="T37" fmla="*/ 53 h 105"/>
                <a:gd name="T38" fmla="*/ 51 w 105"/>
                <a:gd name="T39" fmla="*/ 2 h 105"/>
                <a:gd name="T40" fmla="*/ 66 w 105"/>
                <a:gd name="T41" fmla="*/ 4 h 105"/>
                <a:gd name="T42" fmla="*/ 64 w 105"/>
                <a:gd name="T43" fmla="*/ 12 h 105"/>
                <a:gd name="T44" fmla="*/ 51 w 105"/>
                <a:gd name="T45" fmla="*/ 10 h 105"/>
                <a:gd name="T46" fmla="*/ 8 w 105"/>
                <a:gd name="T47" fmla="*/ 53 h 105"/>
                <a:gd name="T48" fmla="*/ 51 w 105"/>
                <a:gd name="T49" fmla="*/ 97 h 105"/>
                <a:gd name="T50" fmla="*/ 95 w 105"/>
                <a:gd name="T51" fmla="*/ 53 h 105"/>
                <a:gd name="T52" fmla="*/ 93 w 105"/>
                <a:gd name="T53" fmla="*/ 41 h 105"/>
                <a:gd name="T54" fmla="*/ 51 w 105"/>
                <a:gd name="T55" fmla="*/ 39 h 105"/>
                <a:gd name="T56" fmla="*/ 67 w 105"/>
                <a:gd name="T57" fmla="*/ 32 h 105"/>
                <a:gd name="T58" fmla="*/ 32 w 105"/>
                <a:gd name="T59" fmla="*/ 34 h 105"/>
                <a:gd name="T60" fmla="*/ 32 w 105"/>
                <a:gd name="T61" fmla="*/ 34 h 105"/>
                <a:gd name="T62" fmla="*/ 32 w 105"/>
                <a:gd name="T63" fmla="*/ 73 h 105"/>
                <a:gd name="T64" fmla="*/ 71 w 105"/>
                <a:gd name="T65" fmla="*/ 73 h 105"/>
                <a:gd name="T66" fmla="*/ 79 w 105"/>
                <a:gd name="T67" fmla="*/ 53 h 105"/>
                <a:gd name="T68" fmla="*/ 64 w 105"/>
                <a:gd name="T69" fmla="*/ 46 h 105"/>
                <a:gd name="T70" fmla="*/ 62 w 105"/>
                <a:gd name="T71" fmla="*/ 64 h 105"/>
                <a:gd name="T72" fmla="*/ 51 w 105"/>
                <a:gd name="T73" fmla="*/ 68 h 105"/>
                <a:gd name="T74" fmla="*/ 37 w 105"/>
                <a:gd name="T75" fmla="*/ 53 h 105"/>
                <a:gd name="T76" fmla="*/ 41 w 105"/>
                <a:gd name="T77" fmla="*/ 43 h 105"/>
                <a:gd name="T78" fmla="*/ 55 w 105"/>
                <a:gd name="T79" fmla="*/ 44 h 105"/>
                <a:gd name="T80" fmla="*/ 51 w 105"/>
                <a:gd name="T81" fmla="*/ 44 h 105"/>
                <a:gd name="T82" fmla="*/ 42 w 105"/>
                <a:gd name="T83" fmla="*/ 53 h 105"/>
                <a:gd name="T84" fmla="*/ 51 w 105"/>
                <a:gd name="T85" fmla="*/ 63 h 105"/>
                <a:gd name="T86" fmla="*/ 58 w 105"/>
                <a:gd name="T87" fmla="*/ 60 h 105"/>
                <a:gd name="T88" fmla="*/ 61 w 105"/>
                <a:gd name="T89" fmla="*/ 50 h 105"/>
                <a:gd name="T90" fmla="*/ 49 w 105"/>
                <a:gd name="T91" fmla="*/ 56 h 105"/>
                <a:gd name="T92" fmla="*/ 55 w 105"/>
                <a:gd name="T93" fmla="*/ 44 h 105"/>
                <a:gd name="T94" fmla="*/ 87 w 105"/>
                <a:gd name="T95" fmla="*/ 7 h 105"/>
                <a:gd name="T96" fmla="*/ 79 w 105"/>
                <a:gd name="T97" fmla="*/ 22 h 105"/>
                <a:gd name="T98" fmla="*/ 87 w 105"/>
                <a:gd name="T99" fmla="*/ 7 h 105"/>
                <a:gd name="T100" fmla="*/ 92 w 105"/>
                <a:gd name="T101" fmla="*/ 16 h 105"/>
                <a:gd name="T102" fmla="*/ 88 w 105"/>
                <a:gd name="T103" fmla="*/ 27 h 105"/>
                <a:gd name="T104" fmla="*/ 92 w 105"/>
                <a:gd name="T105" fmla="*/ 16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5" h="105">
                  <a:moveTo>
                    <a:pt x="73" y="14"/>
                  </a:moveTo>
                  <a:cubicBezTo>
                    <a:pt x="87" y="1"/>
                    <a:pt x="87" y="1"/>
                    <a:pt x="87" y="1"/>
                  </a:cubicBezTo>
                  <a:cubicBezTo>
                    <a:pt x="88" y="0"/>
                    <a:pt x="89" y="0"/>
                    <a:pt x="90" y="1"/>
                  </a:cubicBezTo>
                  <a:cubicBezTo>
                    <a:pt x="91" y="1"/>
                    <a:pt x="91" y="2"/>
                    <a:pt x="91" y="2"/>
                  </a:cubicBezTo>
                  <a:cubicBezTo>
                    <a:pt x="91" y="2"/>
                    <a:pt x="91" y="2"/>
                    <a:pt x="91" y="2"/>
                  </a:cubicBezTo>
                  <a:cubicBezTo>
                    <a:pt x="91" y="2"/>
                    <a:pt x="91" y="2"/>
                    <a:pt x="91" y="2"/>
                  </a:cubicBezTo>
                  <a:cubicBezTo>
                    <a:pt x="94" y="11"/>
                    <a:pt x="94" y="11"/>
                    <a:pt x="94" y="11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14"/>
                    <a:pt x="104" y="14"/>
                    <a:pt x="104" y="14"/>
                  </a:cubicBezTo>
                  <a:cubicBezTo>
                    <a:pt x="105" y="15"/>
                    <a:pt x="105" y="17"/>
                    <a:pt x="104" y="18"/>
                  </a:cubicBezTo>
                  <a:cubicBezTo>
                    <a:pt x="91" y="31"/>
                    <a:pt x="91" y="31"/>
                    <a:pt x="91" y="31"/>
                  </a:cubicBezTo>
                  <a:cubicBezTo>
                    <a:pt x="90" y="32"/>
                    <a:pt x="89" y="32"/>
                    <a:pt x="88" y="32"/>
                  </a:cubicBezTo>
                  <a:cubicBezTo>
                    <a:pt x="81" y="30"/>
                    <a:pt x="81" y="30"/>
                    <a:pt x="81" y="30"/>
                  </a:cubicBezTo>
                  <a:cubicBezTo>
                    <a:pt x="77" y="34"/>
                    <a:pt x="77" y="34"/>
                    <a:pt x="77" y="34"/>
                  </a:cubicBezTo>
                  <a:cubicBezTo>
                    <a:pt x="81" y="39"/>
                    <a:pt x="83" y="46"/>
                    <a:pt x="83" y="53"/>
                  </a:cubicBezTo>
                  <a:cubicBezTo>
                    <a:pt x="83" y="62"/>
                    <a:pt x="80" y="70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68" y="82"/>
                    <a:pt x="60" y="85"/>
                    <a:pt x="51" y="85"/>
                  </a:cubicBezTo>
                  <a:cubicBezTo>
                    <a:pt x="43" y="85"/>
                    <a:pt x="35" y="82"/>
                    <a:pt x="29" y="76"/>
                  </a:cubicBezTo>
                  <a:cubicBezTo>
                    <a:pt x="23" y="70"/>
                    <a:pt x="19" y="62"/>
                    <a:pt x="19" y="53"/>
                  </a:cubicBezTo>
                  <a:cubicBezTo>
                    <a:pt x="19" y="45"/>
                    <a:pt x="23" y="37"/>
                    <a:pt x="29" y="31"/>
                  </a:cubicBezTo>
                  <a:cubicBezTo>
                    <a:pt x="35" y="25"/>
                    <a:pt x="43" y="21"/>
                    <a:pt x="51" y="21"/>
                  </a:cubicBezTo>
                  <a:cubicBezTo>
                    <a:pt x="59" y="21"/>
                    <a:pt x="66" y="24"/>
                    <a:pt x="71" y="28"/>
                  </a:cubicBezTo>
                  <a:cubicBezTo>
                    <a:pt x="75" y="24"/>
                    <a:pt x="75" y="24"/>
                    <a:pt x="75" y="24"/>
                  </a:cubicBezTo>
                  <a:cubicBezTo>
                    <a:pt x="73" y="17"/>
                    <a:pt x="73" y="17"/>
                    <a:pt x="73" y="17"/>
                  </a:cubicBezTo>
                  <a:cubicBezTo>
                    <a:pt x="73" y="16"/>
                    <a:pt x="73" y="15"/>
                    <a:pt x="73" y="14"/>
                  </a:cubicBezTo>
                  <a:close/>
                  <a:moveTo>
                    <a:pt x="93" y="41"/>
                  </a:moveTo>
                  <a:cubicBezTo>
                    <a:pt x="93" y="41"/>
                    <a:pt x="93" y="41"/>
                    <a:pt x="93" y="41"/>
                  </a:cubicBezTo>
                  <a:cubicBezTo>
                    <a:pt x="92" y="39"/>
                    <a:pt x="94" y="36"/>
                    <a:pt x="96" y="36"/>
                  </a:cubicBezTo>
                  <a:cubicBezTo>
                    <a:pt x="98" y="35"/>
                    <a:pt x="100" y="36"/>
                    <a:pt x="101" y="38"/>
                  </a:cubicBezTo>
                  <a:cubicBezTo>
                    <a:pt x="102" y="41"/>
                    <a:pt x="102" y="43"/>
                    <a:pt x="102" y="46"/>
                  </a:cubicBezTo>
                  <a:cubicBezTo>
                    <a:pt x="103" y="48"/>
                    <a:pt x="103" y="51"/>
                    <a:pt x="103" y="53"/>
                  </a:cubicBezTo>
                  <a:cubicBezTo>
                    <a:pt x="103" y="68"/>
                    <a:pt x="97" y="81"/>
                    <a:pt x="88" y="90"/>
                  </a:cubicBezTo>
                  <a:cubicBezTo>
                    <a:pt x="79" y="99"/>
                    <a:pt x="66" y="105"/>
                    <a:pt x="51" y="105"/>
                  </a:cubicBezTo>
                  <a:cubicBezTo>
                    <a:pt x="37" y="105"/>
                    <a:pt x="24" y="99"/>
                    <a:pt x="15" y="90"/>
                  </a:cubicBezTo>
                  <a:cubicBezTo>
                    <a:pt x="6" y="81"/>
                    <a:pt x="0" y="68"/>
                    <a:pt x="0" y="53"/>
                  </a:cubicBezTo>
                  <a:cubicBezTo>
                    <a:pt x="0" y="39"/>
                    <a:pt x="6" y="26"/>
                    <a:pt x="15" y="17"/>
                  </a:cubicBezTo>
                  <a:cubicBezTo>
                    <a:pt x="24" y="8"/>
                    <a:pt x="37" y="2"/>
                    <a:pt x="51" y="2"/>
                  </a:cubicBezTo>
                  <a:cubicBezTo>
                    <a:pt x="54" y="2"/>
                    <a:pt x="57" y="2"/>
                    <a:pt x="59" y="2"/>
                  </a:cubicBezTo>
                  <a:cubicBezTo>
                    <a:pt x="62" y="3"/>
                    <a:pt x="64" y="3"/>
                    <a:pt x="66" y="4"/>
                  </a:cubicBezTo>
                  <a:cubicBezTo>
                    <a:pt x="69" y="5"/>
                    <a:pt x="70" y="7"/>
                    <a:pt x="69" y="9"/>
                  </a:cubicBezTo>
                  <a:cubicBezTo>
                    <a:pt x="69" y="11"/>
                    <a:pt x="66" y="13"/>
                    <a:pt x="64" y="12"/>
                  </a:cubicBezTo>
                  <a:cubicBezTo>
                    <a:pt x="62" y="11"/>
                    <a:pt x="60" y="11"/>
                    <a:pt x="58" y="11"/>
                  </a:cubicBezTo>
                  <a:cubicBezTo>
                    <a:pt x="56" y="10"/>
                    <a:pt x="54" y="10"/>
                    <a:pt x="51" y="10"/>
                  </a:cubicBezTo>
                  <a:cubicBezTo>
                    <a:pt x="39" y="10"/>
                    <a:pt x="29" y="15"/>
                    <a:pt x="21" y="23"/>
                  </a:cubicBezTo>
                  <a:cubicBezTo>
                    <a:pt x="13" y="31"/>
                    <a:pt x="8" y="41"/>
                    <a:pt x="8" y="53"/>
                  </a:cubicBezTo>
                  <a:cubicBezTo>
                    <a:pt x="8" y="65"/>
                    <a:pt x="13" y="76"/>
                    <a:pt x="21" y="84"/>
                  </a:cubicBezTo>
                  <a:cubicBezTo>
                    <a:pt x="29" y="92"/>
                    <a:pt x="39" y="97"/>
                    <a:pt x="51" y="97"/>
                  </a:cubicBezTo>
                  <a:cubicBezTo>
                    <a:pt x="63" y="97"/>
                    <a:pt x="74" y="92"/>
                    <a:pt x="82" y="84"/>
                  </a:cubicBezTo>
                  <a:cubicBezTo>
                    <a:pt x="90" y="76"/>
                    <a:pt x="95" y="65"/>
                    <a:pt x="95" y="53"/>
                  </a:cubicBezTo>
                  <a:cubicBezTo>
                    <a:pt x="95" y="51"/>
                    <a:pt x="95" y="49"/>
                    <a:pt x="94" y="47"/>
                  </a:cubicBezTo>
                  <a:cubicBezTo>
                    <a:pt x="94" y="45"/>
                    <a:pt x="94" y="43"/>
                    <a:pt x="93" y="41"/>
                  </a:cubicBezTo>
                  <a:close/>
                  <a:moveTo>
                    <a:pt x="51" y="39"/>
                  </a:moveTo>
                  <a:cubicBezTo>
                    <a:pt x="51" y="39"/>
                    <a:pt x="51" y="39"/>
                    <a:pt x="51" y="39"/>
                  </a:cubicBezTo>
                  <a:cubicBezTo>
                    <a:pt x="54" y="39"/>
                    <a:pt x="56" y="39"/>
                    <a:pt x="59" y="41"/>
                  </a:cubicBezTo>
                  <a:cubicBezTo>
                    <a:pt x="67" y="32"/>
                    <a:pt x="67" y="32"/>
                    <a:pt x="67" y="32"/>
                  </a:cubicBezTo>
                  <a:cubicBezTo>
                    <a:pt x="63" y="28"/>
                    <a:pt x="57" y="26"/>
                    <a:pt x="51" y="26"/>
                  </a:cubicBezTo>
                  <a:cubicBezTo>
                    <a:pt x="44" y="26"/>
                    <a:pt x="37" y="29"/>
                    <a:pt x="32" y="34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27" y="39"/>
                    <a:pt x="24" y="46"/>
                    <a:pt x="24" y="53"/>
                  </a:cubicBezTo>
                  <a:cubicBezTo>
                    <a:pt x="24" y="61"/>
                    <a:pt x="27" y="68"/>
                    <a:pt x="32" y="73"/>
                  </a:cubicBezTo>
                  <a:cubicBezTo>
                    <a:pt x="37" y="78"/>
                    <a:pt x="44" y="81"/>
                    <a:pt x="51" y="81"/>
                  </a:cubicBezTo>
                  <a:cubicBezTo>
                    <a:pt x="59" y="81"/>
                    <a:pt x="66" y="78"/>
                    <a:pt x="71" y="73"/>
                  </a:cubicBezTo>
                  <a:cubicBezTo>
                    <a:pt x="71" y="73"/>
                    <a:pt x="71" y="73"/>
                    <a:pt x="71" y="73"/>
                  </a:cubicBezTo>
                  <a:cubicBezTo>
                    <a:pt x="76" y="68"/>
                    <a:pt x="79" y="61"/>
                    <a:pt x="79" y="53"/>
                  </a:cubicBezTo>
                  <a:cubicBezTo>
                    <a:pt x="79" y="47"/>
                    <a:pt x="77" y="42"/>
                    <a:pt x="73" y="37"/>
                  </a:cubicBezTo>
                  <a:cubicBezTo>
                    <a:pt x="64" y="46"/>
                    <a:pt x="64" y="46"/>
                    <a:pt x="64" y="46"/>
                  </a:cubicBezTo>
                  <a:cubicBezTo>
                    <a:pt x="65" y="48"/>
                    <a:pt x="66" y="51"/>
                    <a:pt x="66" y="53"/>
                  </a:cubicBezTo>
                  <a:cubicBezTo>
                    <a:pt x="66" y="57"/>
                    <a:pt x="64" y="61"/>
                    <a:pt x="62" y="64"/>
                  </a:cubicBezTo>
                  <a:cubicBezTo>
                    <a:pt x="62" y="64"/>
                    <a:pt x="62" y="64"/>
                    <a:pt x="62" y="64"/>
                  </a:cubicBezTo>
                  <a:cubicBezTo>
                    <a:pt x="59" y="66"/>
                    <a:pt x="55" y="68"/>
                    <a:pt x="51" y="68"/>
                  </a:cubicBezTo>
                  <a:cubicBezTo>
                    <a:pt x="47" y="68"/>
                    <a:pt x="44" y="66"/>
                    <a:pt x="41" y="64"/>
                  </a:cubicBezTo>
                  <a:cubicBezTo>
                    <a:pt x="38" y="61"/>
                    <a:pt x="37" y="57"/>
                    <a:pt x="37" y="53"/>
                  </a:cubicBezTo>
                  <a:cubicBezTo>
                    <a:pt x="37" y="49"/>
                    <a:pt x="38" y="46"/>
                    <a:pt x="41" y="43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4" y="40"/>
                    <a:pt x="47" y="39"/>
                    <a:pt x="51" y="39"/>
                  </a:cubicBezTo>
                  <a:close/>
                  <a:moveTo>
                    <a:pt x="55" y="44"/>
                  </a:moveTo>
                  <a:cubicBezTo>
                    <a:pt x="55" y="44"/>
                    <a:pt x="55" y="44"/>
                    <a:pt x="55" y="44"/>
                  </a:cubicBezTo>
                  <a:cubicBezTo>
                    <a:pt x="54" y="44"/>
                    <a:pt x="53" y="44"/>
                    <a:pt x="51" y="44"/>
                  </a:cubicBezTo>
                  <a:cubicBezTo>
                    <a:pt x="49" y="44"/>
                    <a:pt x="46" y="45"/>
                    <a:pt x="45" y="46"/>
                  </a:cubicBezTo>
                  <a:cubicBezTo>
                    <a:pt x="43" y="48"/>
                    <a:pt x="42" y="51"/>
                    <a:pt x="42" y="53"/>
                  </a:cubicBezTo>
                  <a:cubicBezTo>
                    <a:pt x="42" y="56"/>
                    <a:pt x="43" y="59"/>
                    <a:pt x="45" y="60"/>
                  </a:cubicBezTo>
                  <a:cubicBezTo>
                    <a:pt x="46" y="62"/>
                    <a:pt x="49" y="63"/>
                    <a:pt x="51" y="63"/>
                  </a:cubicBezTo>
                  <a:cubicBezTo>
                    <a:pt x="54" y="63"/>
                    <a:pt x="57" y="62"/>
                    <a:pt x="58" y="60"/>
                  </a:cubicBezTo>
                  <a:cubicBezTo>
                    <a:pt x="58" y="60"/>
                    <a:pt x="58" y="60"/>
                    <a:pt x="58" y="60"/>
                  </a:cubicBezTo>
                  <a:cubicBezTo>
                    <a:pt x="60" y="59"/>
                    <a:pt x="61" y="56"/>
                    <a:pt x="61" y="53"/>
                  </a:cubicBezTo>
                  <a:cubicBezTo>
                    <a:pt x="61" y="52"/>
                    <a:pt x="61" y="51"/>
                    <a:pt x="61" y="50"/>
                  </a:cubicBezTo>
                  <a:cubicBezTo>
                    <a:pt x="54" y="56"/>
                    <a:pt x="54" y="56"/>
                    <a:pt x="54" y="56"/>
                  </a:cubicBezTo>
                  <a:cubicBezTo>
                    <a:pt x="53" y="58"/>
                    <a:pt x="50" y="58"/>
                    <a:pt x="49" y="56"/>
                  </a:cubicBezTo>
                  <a:cubicBezTo>
                    <a:pt x="47" y="55"/>
                    <a:pt x="47" y="52"/>
                    <a:pt x="49" y="51"/>
                  </a:cubicBezTo>
                  <a:cubicBezTo>
                    <a:pt x="55" y="44"/>
                    <a:pt x="55" y="44"/>
                    <a:pt x="55" y="44"/>
                  </a:cubicBezTo>
                  <a:close/>
                  <a:moveTo>
                    <a:pt x="87" y="7"/>
                  </a:moveTo>
                  <a:cubicBezTo>
                    <a:pt x="87" y="7"/>
                    <a:pt x="87" y="7"/>
                    <a:pt x="87" y="7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89" y="13"/>
                    <a:pt x="89" y="13"/>
                    <a:pt x="89" y="13"/>
                  </a:cubicBezTo>
                  <a:cubicBezTo>
                    <a:pt x="87" y="7"/>
                    <a:pt x="87" y="7"/>
                    <a:pt x="87" y="7"/>
                  </a:cubicBezTo>
                  <a:close/>
                  <a:moveTo>
                    <a:pt x="92" y="16"/>
                  </a:moveTo>
                  <a:cubicBezTo>
                    <a:pt x="92" y="16"/>
                    <a:pt x="92" y="16"/>
                    <a:pt x="92" y="16"/>
                  </a:cubicBezTo>
                  <a:cubicBezTo>
                    <a:pt x="83" y="25"/>
                    <a:pt x="83" y="25"/>
                    <a:pt x="83" y="25"/>
                  </a:cubicBezTo>
                  <a:cubicBezTo>
                    <a:pt x="88" y="27"/>
                    <a:pt x="88" y="27"/>
                    <a:pt x="88" y="27"/>
                  </a:cubicBezTo>
                  <a:cubicBezTo>
                    <a:pt x="97" y="18"/>
                    <a:pt x="97" y="18"/>
                    <a:pt x="97" y="18"/>
                  </a:cubicBezTo>
                  <a:cubicBezTo>
                    <a:pt x="92" y="16"/>
                    <a:pt x="92" y="16"/>
                    <a:pt x="92" y="16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4604" name="Freeform 28"/>
            <p:cNvSpPr/>
            <p:nvPr/>
          </p:nvSpPr>
          <p:spPr bwMode="auto">
            <a:xfrm>
              <a:off x="0" y="861"/>
              <a:ext cx="1051" cy="232"/>
            </a:xfrm>
            <a:custGeom>
              <a:avLst/>
              <a:gdLst>
                <a:gd name="T0" fmla="*/ 61 w 535"/>
                <a:gd name="T1" fmla="*/ 0 h 121"/>
                <a:gd name="T2" fmla="*/ 0 w 535"/>
                <a:gd name="T3" fmla="*/ 60 h 121"/>
                <a:gd name="T4" fmla="*/ 61 w 535"/>
                <a:gd name="T5" fmla="*/ 121 h 121"/>
                <a:gd name="T6" fmla="*/ 535 w 535"/>
                <a:gd name="T7" fmla="*/ 121 h 121"/>
                <a:gd name="T8" fmla="*/ 535 w 535"/>
                <a:gd name="T9" fmla="*/ 0 h 121"/>
                <a:gd name="T10" fmla="*/ 61 w 535"/>
                <a:gd name="T11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5" h="121">
                  <a:moveTo>
                    <a:pt x="61" y="0"/>
                  </a:moveTo>
                  <a:cubicBezTo>
                    <a:pt x="27" y="0"/>
                    <a:pt x="0" y="27"/>
                    <a:pt x="0" y="60"/>
                  </a:cubicBezTo>
                  <a:cubicBezTo>
                    <a:pt x="0" y="93"/>
                    <a:pt x="27" y="121"/>
                    <a:pt x="61" y="121"/>
                  </a:cubicBezTo>
                  <a:cubicBezTo>
                    <a:pt x="535" y="121"/>
                    <a:pt x="535" y="121"/>
                    <a:pt x="535" y="121"/>
                  </a:cubicBezTo>
                  <a:cubicBezTo>
                    <a:pt x="535" y="0"/>
                    <a:pt x="535" y="0"/>
                    <a:pt x="535" y="0"/>
                  </a:cubicBezTo>
                  <a:lnTo>
                    <a:pt x="6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4605" name="Freeform 29"/>
            <p:cNvSpPr/>
            <p:nvPr/>
          </p:nvSpPr>
          <p:spPr bwMode="auto">
            <a:xfrm>
              <a:off x="0" y="1093"/>
              <a:ext cx="1051" cy="231"/>
            </a:xfrm>
            <a:custGeom>
              <a:avLst/>
              <a:gdLst>
                <a:gd name="T0" fmla="*/ 61 w 535"/>
                <a:gd name="T1" fmla="*/ 0 h 121"/>
                <a:gd name="T2" fmla="*/ 0 w 535"/>
                <a:gd name="T3" fmla="*/ 60 h 121"/>
                <a:gd name="T4" fmla="*/ 61 w 535"/>
                <a:gd name="T5" fmla="*/ 121 h 121"/>
                <a:gd name="T6" fmla="*/ 535 w 535"/>
                <a:gd name="T7" fmla="*/ 121 h 121"/>
                <a:gd name="T8" fmla="*/ 535 w 535"/>
                <a:gd name="T9" fmla="*/ 0 h 121"/>
                <a:gd name="T10" fmla="*/ 61 w 535"/>
                <a:gd name="T11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5" h="121">
                  <a:moveTo>
                    <a:pt x="61" y="0"/>
                  </a:moveTo>
                  <a:cubicBezTo>
                    <a:pt x="27" y="0"/>
                    <a:pt x="0" y="27"/>
                    <a:pt x="0" y="60"/>
                  </a:cubicBezTo>
                  <a:cubicBezTo>
                    <a:pt x="0" y="93"/>
                    <a:pt x="27" y="121"/>
                    <a:pt x="61" y="121"/>
                  </a:cubicBezTo>
                  <a:cubicBezTo>
                    <a:pt x="535" y="121"/>
                    <a:pt x="535" y="121"/>
                    <a:pt x="535" y="121"/>
                  </a:cubicBezTo>
                  <a:cubicBezTo>
                    <a:pt x="535" y="0"/>
                    <a:pt x="535" y="0"/>
                    <a:pt x="535" y="0"/>
                  </a:cubicBezTo>
                  <a:lnTo>
                    <a:pt x="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4606" name="Freeform 30"/>
            <p:cNvSpPr/>
            <p:nvPr/>
          </p:nvSpPr>
          <p:spPr bwMode="auto">
            <a:xfrm>
              <a:off x="983" y="2"/>
              <a:ext cx="1063" cy="231"/>
            </a:xfrm>
            <a:custGeom>
              <a:avLst/>
              <a:gdLst>
                <a:gd name="T0" fmla="*/ 475 w 535"/>
                <a:gd name="T1" fmla="*/ 0 h 121"/>
                <a:gd name="T2" fmla="*/ 0 w 535"/>
                <a:gd name="T3" fmla="*/ 0 h 121"/>
                <a:gd name="T4" fmla="*/ 0 w 535"/>
                <a:gd name="T5" fmla="*/ 121 h 121"/>
                <a:gd name="T6" fmla="*/ 475 w 535"/>
                <a:gd name="T7" fmla="*/ 121 h 121"/>
                <a:gd name="T8" fmla="*/ 535 w 535"/>
                <a:gd name="T9" fmla="*/ 60 h 121"/>
                <a:gd name="T10" fmla="*/ 475 w 535"/>
                <a:gd name="T11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5" h="121">
                  <a:moveTo>
                    <a:pt x="47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475" y="121"/>
                    <a:pt x="475" y="121"/>
                    <a:pt x="475" y="121"/>
                  </a:cubicBezTo>
                  <a:cubicBezTo>
                    <a:pt x="508" y="121"/>
                    <a:pt x="535" y="93"/>
                    <a:pt x="535" y="60"/>
                  </a:cubicBezTo>
                  <a:cubicBezTo>
                    <a:pt x="535" y="27"/>
                    <a:pt x="508" y="0"/>
                    <a:pt x="47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4607" name="Freeform 31"/>
            <p:cNvSpPr/>
            <p:nvPr/>
          </p:nvSpPr>
          <p:spPr bwMode="auto">
            <a:xfrm>
              <a:off x="983" y="233"/>
              <a:ext cx="1063" cy="231"/>
            </a:xfrm>
            <a:custGeom>
              <a:avLst/>
              <a:gdLst>
                <a:gd name="T0" fmla="*/ 475 w 535"/>
                <a:gd name="T1" fmla="*/ 0 h 121"/>
                <a:gd name="T2" fmla="*/ 0 w 535"/>
                <a:gd name="T3" fmla="*/ 0 h 121"/>
                <a:gd name="T4" fmla="*/ 0 w 535"/>
                <a:gd name="T5" fmla="*/ 121 h 121"/>
                <a:gd name="T6" fmla="*/ 475 w 535"/>
                <a:gd name="T7" fmla="*/ 121 h 121"/>
                <a:gd name="T8" fmla="*/ 535 w 535"/>
                <a:gd name="T9" fmla="*/ 60 h 121"/>
                <a:gd name="T10" fmla="*/ 475 w 535"/>
                <a:gd name="T11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5" h="121">
                  <a:moveTo>
                    <a:pt x="47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475" y="121"/>
                    <a:pt x="475" y="121"/>
                    <a:pt x="475" y="121"/>
                  </a:cubicBezTo>
                  <a:cubicBezTo>
                    <a:pt x="508" y="121"/>
                    <a:pt x="535" y="93"/>
                    <a:pt x="535" y="60"/>
                  </a:cubicBezTo>
                  <a:cubicBezTo>
                    <a:pt x="535" y="27"/>
                    <a:pt x="508" y="0"/>
                    <a:pt x="47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24608" name="Group 32"/>
          <p:cNvGrpSpPr/>
          <p:nvPr/>
        </p:nvGrpSpPr>
        <p:grpSpPr bwMode="auto">
          <a:xfrm flipH="1">
            <a:off x="6967538" y="3241088"/>
            <a:ext cx="196850" cy="247726"/>
            <a:chOff x="0" y="0"/>
            <a:chExt cx="127" cy="163"/>
          </a:xfrm>
          <a:solidFill>
            <a:schemeClr val="accent4"/>
          </a:solidFill>
        </p:grpSpPr>
        <p:sp>
          <p:nvSpPr>
            <p:cNvPr id="24609" name="Freeform 33"/>
            <p:cNvSpPr/>
            <p:nvPr/>
          </p:nvSpPr>
          <p:spPr bwMode="auto">
            <a:xfrm>
              <a:off x="0" y="0"/>
              <a:ext cx="127" cy="163"/>
            </a:xfrm>
            <a:custGeom>
              <a:avLst/>
              <a:gdLst>
                <a:gd name="T0" fmla="*/ 28 w 124"/>
                <a:gd name="T1" fmla="*/ 146 h 159"/>
                <a:gd name="T2" fmla="*/ 14 w 124"/>
                <a:gd name="T3" fmla="*/ 146 h 159"/>
                <a:gd name="T4" fmla="*/ 14 w 124"/>
                <a:gd name="T5" fmla="*/ 13 h 159"/>
                <a:gd name="T6" fmla="*/ 117 w 124"/>
                <a:gd name="T7" fmla="*/ 13 h 159"/>
                <a:gd name="T8" fmla="*/ 124 w 124"/>
                <a:gd name="T9" fmla="*/ 7 h 159"/>
                <a:gd name="T10" fmla="*/ 117 w 124"/>
                <a:gd name="T11" fmla="*/ 0 h 159"/>
                <a:gd name="T12" fmla="*/ 7 w 124"/>
                <a:gd name="T13" fmla="*/ 0 h 159"/>
                <a:gd name="T14" fmla="*/ 0 w 124"/>
                <a:gd name="T15" fmla="*/ 7 h 159"/>
                <a:gd name="T16" fmla="*/ 0 w 124"/>
                <a:gd name="T17" fmla="*/ 152 h 159"/>
                <a:gd name="T18" fmla="*/ 7 w 124"/>
                <a:gd name="T19" fmla="*/ 159 h 159"/>
                <a:gd name="T20" fmla="*/ 28 w 124"/>
                <a:gd name="T21" fmla="*/ 159 h 159"/>
                <a:gd name="T22" fmla="*/ 35 w 124"/>
                <a:gd name="T23" fmla="*/ 152 h 159"/>
                <a:gd name="T24" fmla="*/ 28 w 124"/>
                <a:gd name="T25" fmla="*/ 146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4" h="159">
                  <a:moveTo>
                    <a:pt x="28" y="146"/>
                  </a:moveTo>
                  <a:cubicBezTo>
                    <a:pt x="14" y="146"/>
                    <a:pt x="14" y="146"/>
                    <a:pt x="14" y="146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21" y="13"/>
                    <a:pt x="124" y="10"/>
                    <a:pt x="124" y="7"/>
                  </a:cubicBezTo>
                  <a:cubicBezTo>
                    <a:pt x="124" y="3"/>
                    <a:pt x="121" y="0"/>
                    <a:pt x="11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152"/>
                    <a:pt x="0" y="152"/>
                    <a:pt x="0" y="152"/>
                  </a:cubicBezTo>
                  <a:cubicBezTo>
                    <a:pt x="0" y="156"/>
                    <a:pt x="3" y="159"/>
                    <a:pt x="7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1" y="159"/>
                    <a:pt x="35" y="156"/>
                    <a:pt x="35" y="152"/>
                  </a:cubicBezTo>
                  <a:cubicBezTo>
                    <a:pt x="35" y="149"/>
                    <a:pt x="31" y="146"/>
                    <a:pt x="28" y="14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4610" name="Freeform 34"/>
            <p:cNvSpPr/>
            <p:nvPr/>
          </p:nvSpPr>
          <p:spPr bwMode="auto">
            <a:xfrm>
              <a:off x="80" y="95"/>
              <a:ext cx="47" cy="68"/>
            </a:xfrm>
            <a:custGeom>
              <a:avLst/>
              <a:gdLst>
                <a:gd name="T0" fmla="*/ 39 w 46"/>
                <a:gd name="T1" fmla="*/ 0 h 66"/>
                <a:gd name="T2" fmla="*/ 32 w 46"/>
                <a:gd name="T3" fmla="*/ 7 h 66"/>
                <a:gd name="T4" fmla="*/ 32 w 46"/>
                <a:gd name="T5" fmla="*/ 53 h 66"/>
                <a:gd name="T6" fmla="*/ 7 w 46"/>
                <a:gd name="T7" fmla="*/ 53 h 66"/>
                <a:gd name="T8" fmla="*/ 0 w 46"/>
                <a:gd name="T9" fmla="*/ 59 h 66"/>
                <a:gd name="T10" fmla="*/ 7 w 46"/>
                <a:gd name="T11" fmla="*/ 66 h 66"/>
                <a:gd name="T12" fmla="*/ 39 w 46"/>
                <a:gd name="T13" fmla="*/ 66 h 66"/>
                <a:gd name="T14" fmla="*/ 44 w 46"/>
                <a:gd name="T15" fmla="*/ 64 h 66"/>
                <a:gd name="T16" fmla="*/ 46 w 46"/>
                <a:gd name="T17" fmla="*/ 59 h 66"/>
                <a:gd name="T18" fmla="*/ 46 w 46"/>
                <a:gd name="T19" fmla="*/ 7 h 66"/>
                <a:gd name="T20" fmla="*/ 39 w 46"/>
                <a:gd name="T21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6" h="66">
                  <a:moveTo>
                    <a:pt x="39" y="0"/>
                  </a:moveTo>
                  <a:cubicBezTo>
                    <a:pt x="35" y="0"/>
                    <a:pt x="32" y="3"/>
                    <a:pt x="32" y="7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3" y="53"/>
                    <a:pt x="0" y="56"/>
                    <a:pt x="0" y="59"/>
                  </a:cubicBezTo>
                  <a:cubicBezTo>
                    <a:pt x="0" y="63"/>
                    <a:pt x="3" y="66"/>
                    <a:pt x="7" y="66"/>
                  </a:cubicBezTo>
                  <a:cubicBezTo>
                    <a:pt x="39" y="66"/>
                    <a:pt x="39" y="66"/>
                    <a:pt x="39" y="66"/>
                  </a:cubicBezTo>
                  <a:cubicBezTo>
                    <a:pt x="41" y="66"/>
                    <a:pt x="43" y="66"/>
                    <a:pt x="44" y="64"/>
                  </a:cubicBezTo>
                  <a:cubicBezTo>
                    <a:pt x="45" y="63"/>
                    <a:pt x="46" y="61"/>
                    <a:pt x="46" y="59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6" y="3"/>
                    <a:pt x="43" y="0"/>
                    <a:pt x="3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4611" name="Freeform 35"/>
            <p:cNvSpPr>
              <a:spLocks noEditPoints="1"/>
            </p:cNvSpPr>
            <p:nvPr/>
          </p:nvSpPr>
          <p:spPr bwMode="auto">
            <a:xfrm>
              <a:off x="46" y="34"/>
              <a:ext cx="79" cy="114"/>
            </a:xfrm>
            <a:custGeom>
              <a:avLst/>
              <a:gdLst>
                <a:gd name="T0" fmla="*/ 68 w 78"/>
                <a:gd name="T1" fmla="*/ 2 h 112"/>
                <a:gd name="T2" fmla="*/ 60 w 78"/>
                <a:gd name="T3" fmla="*/ 0 h 112"/>
                <a:gd name="T4" fmla="*/ 46 w 78"/>
                <a:gd name="T5" fmla="*/ 8 h 112"/>
                <a:gd name="T6" fmla="*/ 1 w 78"/>
                <a:gd name="T7" fmla="*/ 85 h 112"/>
                <a:gd name="T8" fmla="*/ 0 w 78"/>
                <a:gd name="T9" fmla="*/ 88 h 112"/>
                <a:gd name="T10" fmla="*/ 1 w 78"/>
                <a:gd name="T11" fmla="*/ 106 h 112"/>
                <a:gd name="T12" fmla="*/ 4 w 78"/>
                <a:gd name="T13" fmla="*/ 112 h 112"/>
                <a:gd name="T14" fmla="*/ 8 w 78"/>
                <a:gd name="T15" fmla="*/ 112 h 112"/>
                <a:gd name="T16" fmla="*/ 11 w 78"/>
                <a:gd name="T17" fmla="*/ 112 h 112"/>
                <a:gd name="T18" fmla="*/ 27 w 78"/>
                <a:gd name="T19" fmla="*/ 103 h 112"/>
                <a:gd name="T20" fmla="*/ 29 w 78"/>
                <a:gd name="T21" fmla="*/ 101 h 112"/>
                <a:gd name="T22" fmla="*/ 74 w 78"/>
                <a:gd name="T23" fmla="*/ 24 h 112"/>
                <a:gd name="T24" fmla="*/ 68 w 78"/>
                <a:gd name="T25" fmla="*/ 2 h 112"/>
                <a:gd name="T26" fmla="*/ 62 w 78"/>
                <a:gd name="T27" fmla="*/ 17 h 112"/>
                <a:gd name="T28" fmla="*/ 18 w 78"/>
                <a:gd name="T29" fmla="*/ 92 h 112"/>
                <a:gd name="T30" fmla="*/ 14 w 78"/>
                <a:gd name="T31" fmla="*/ 94 h 112"/>
                <a:gd name="T32" fmla="*/ 14 w 78"/>
                <a:gd name="T33" fmla="*/ 90 h 112"/>
                <a:gd name="T34" fmla="*/ 57 w 78"/>
                <a:gd name="T35" fmla="*/ 15 h 112"/>
                <a:gd name="T36" fmla="*/ 61 w 78"/>
                <a:gd name="T37" fmla="*/ 14 h 112"/>
                <a:gd name="T38" fmla="*/ 62 w 78"/>
                <a:gd name="T39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8" h="112">
                  <a:moveTo>
                    <a:pt x="68" y="2"/>
                  </a:moveTo>
                  <a:cubicBezTo>
                    <a:pt x="65" y="1"/>
                    <a:pt x="62" y="0"/>
                    <a:pt x="60" y="0"/>
                  </a:cubicBezTo>
                  <a:cubicBezTo>
                    <a:pt x="54" y="0"/>
                    <a:pt x="48" y="3"/>
                    <a:pt x="46" y="8"/>
                  </a:cubicBezTo>
                  <a:cubicBezTo>
                    <a:pt x="1" y="85"/>
                    <a:pt x="1" y="85"/>
                    <a:pt x="1" y="85"/>
                  </a:cubicBezTo>
                  <a:cubicBezTo>
                    <a:pt x="1" y="86"/>
                    <a:pt x="0" y="87"/>
                    <a:pt x="0" y="88"/>
                  </a:cubicBezTo>
                  <a:cubicBezTo>
                    <a:pt x="1" y="106"/>
                    <a:pt x="1" y="106"/>
                    <a:pt x="1" y="106"/>
                  </a:cubicBezTo>
                  <a:cubicBezTo>
                    <a:pt x="1" y="108"/>
                    <a:pt x="2" y="110"/>
                    <a:pt x="4" y="112"/>
                  </a:cubicBezTo>
                  <a:cubicBezTo>
                    <a:pt x="5" y="112"/>
                    <a:pt x="7" y="112"/>
                    <a:pt x="8" y="112"/>
                  </a:cubicBezTo>
                  <a:cubicBezTo>
                    <a:pt x="9" y="112"/>
                    <a:pt x="10" y="112"/>
                    <a:pt x="11" y="112"/>
                  </a:cubicBezTo>
                  <a:cubicBezTo>
                    <a:pt x="27" y="103"/>
                    <a:pt x="27" y="103"/>
                    <a:pt x="27" y="103"/>
                  </a:cubicBezTo>
                  <a:cubicBezTo>
                    <a:pt x="28" y="103"/>
                    <a:pt x="29" y="102"/>
                    <a:pt x="29" y="101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8" y="16"/>
                    <a:pt x="75" y="7"/>
                    <a:pt x="68" y="2"/>
                  </a:cubicBezTo>
                  <a:moveTo>
                    <a:pt x="62" y="17"/>
                  </a:moveTo>
                  <a:cubicBezTo>
                    <a:pt x="18" y="92"/>
                    <a:pt x="18" y="92"/>
                    <a:pt x="18" y="92"/>
                  </a:cubicBezTo>
                  <a:cubicBezTo>
                    <a:pt x="14" y="94"/>
                    <a:pt x="14" y="94"/>
                    <a:pt x="14" y="94"/>
                  </a:cubicBezTo>
                  <a:cubicBezTo>
                    <a:pt x="14" y="90"/>
                    <a:pt x="14" y="90"/>
                    <a:pt x="14" y="90"/>
                  </a:cubicBezTo>
                  <a:cubicBezTo>
                    <a:pt x="57" y="15"/>
                    <a:pt x="57" y="15"/>
                    <a:pt x="57" y="15"/>
                  </a:cubicBezTo>
                  <a:cubicBezTo>
                    <a:pt x="58" y="14"/>
                    <a:pt x="60" y="13"/>
                    <a:pt x="61" y="14"/>
                  </a:cubicBezTo>
                  <a:cubicBezTo>
                    <a:pt x="62" y="15"/>
                    <a:pt x="62" y="16"/>
                    <a:pt x="62" y="1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4612" name="Freeform 36"/>
            <p:cNvSpPr/>
            <p:nvPr/>
          </p:nvSpPr>
          <p:spPr bwMode="auto">
            <a:xfrm>
              <a:off x="24" y="46"/>
              <a:ext cx="49" cy="14"/>
            </a:xfrm>
            <a:custGeom>
              <a:avLst/>
              <a:gdLst>
                <a:gd name="T0" fmla="*/ 48 w 48"/>
                <a:gd name="T1" fmla="*/ 7 h 14"/>
                <a:gd name="T2" fmla="*/ 42 w 48"/>
                <a:gd name="T3" fmla="*/ 0 h 14"/>
                <a:gd name="T4" fmla="*/ 7 w 48"/>
                <a:gd name="T5" fmla="*/ 0 h 14"/>
                <a:gd name="T6" fmla="*/ 0 w 48"/>
                <a:gd name="T7" fmla="*/ 7 h 14"/>
                <a:gd name="T8" fmla="*/ 7 w 48"/>
                <a:gd name="T9" fmla="*/ 14 h 14"/>
                <a:gd name="T10" fmla="*/ 42 w 48"/>
                <a:gd name="T11" fmla="*/ 14 h 14"/>
                <a:gd name="T12" fmla="*/ 48 w 48"/>
                <a:gd name="T13" fmla="*/ 7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14">
                  <a:moveTo>
                    <a:pt x="48" y="7"/>
                  </a:moveTo>
                  <a:cubicBezTo>
                    <a:pt x="48" y="3"/>
                    <a:pt x="45" y="0"/>
                    <a:pt x="42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11"/>
                    <a:pt x="3" y="14"/>
                    <a:pt x="7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5" y="14"/>
                    <a:pt x="48" y="11"/>
                    <a:pt x="48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4613" name="Freeform 37"/>
            <p:cNvSpPr/>
            <p:nvPr/>
          </p:nvSpPr>
          <p:spPr bwMode="auto">
            <a:xfrm>
              <a:off x="24" y="73"/>
              <a:ext cx="32" cy="15"/>
            </a:xfrm>
            <a:custGeom>
              <a:avLst/>
              <a:gdLst>
                <a:gd name="T0" fmla="*/ 7 w 31"/>
                <a:gd name="T1" fmla="*/ 0 h 14"/>
                <a:gd name="T2" fmla="*/ 0 w 31"/>
                <a:gd name="T3" fmla="*/ 7 h 14"/>
                <a:gd name="T4" fmla="*/ 7 w 31"/>
                <a:gd name="T5" fmla="*/ 14 h 14"/>
                <a:gd name="T6" fmla="*/ 24 w 31"/>
                <a:gd name="T7" fmla="*/ 14 h 14"/>
                <a:gd name="T8" fmla="*/ 31 w 31"/>
                <a:gd name="T9" fmla="*/ 7 h 14"/>
                <a:gd name="T10" fmla="*/ 24 w 31"/>
                <a:gd name="T11" fmla="*/ 0 h 14"/>
                <a:gd name="T12" fmla="*/ 7 w 31"/>
                <a:gd name="T13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14">
                  <a:moveTo>
                    <a:pt x="7" y="0"/>
                  </a:moveTo>
                  <a:cubicBezTo>
                    <a:pt x="3" y="0"/>
                    <a:pt x="0" y="3"/>
                    <a:pt x="0" y="7"/>
                  </a:cubicBezTo>
                  <a:cubicBezTo>
                    <a:pt x="0" y="11"/>
                    <a:pt x="3" y="14"/>
                    <a:pt x="7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8" y="14"/>
                    <a:pt x="31" y="11"/>
                    <a:pt x="31" y="7"/>
                  </a:cubicBezTo>
                  <a:cubicBezTo>
                    <a:pt x="31" y="3"/>
                    <a:pt x="28" y="0"/>
                    <a:pt x="24" y="0"/>
                  </a:cubicBezTo>
                  <a:lnTo>
                    <a:pt x="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24614" name="Freeform 38"/>
          <p:cNvSpPr>
            <a:spLocks noEditPoints="1"/>
          </p:cNvSpPr>
          <p:nvPr/>
        </p:nvSpPr>
        <p:spPr bwMode="auto">
          <a:xfrm flipH="1">
            <a:off x="6877051" y="1946876"/>
            <a:ext cx="301625" cy="203263"/>
          </a:xfrm>
          <a:custGeom>
            <a:avLst/>
            <a:gdLst>
              <a:gd name="T0" fmla="*/ 154 w 160"/>
              <a:gd name="T1" fmla="*/ 12 h 109"/>
              <a:gd name="T2" fmla="*/ 139 w 160"/>
              <a:gd name="T3" fmla="*/ 6 h 109"/>
              <a:gd name="T4" fmla="*/ 123 w 160"/>
              <a:gd name="T5" fmla="*/ 12 h 109"/>
              <a:gd name="T6" fmla="*/ 117 w 160"/>
              <a:gd name="T7" fmla="*/ 27 h 109"/>
              <a:gd name="T8" fmla="*/ 119 w 160"/>
              <a:gd name="T9" fmla="*/ 36 h 109"/>
              <a:gd name="T10" fmla="*/ 93 w 160"/>
              <a:gd name="T11" fmla="*/ 60 h 109"/>
              <a:gd name="T12" fmla="*/ 79 w 160"/>
              <a:gd name="T13" fmla="*/ 56 h 109"/>
              <a:gd name="T14" fmla="*/ 66 w 160"/>
              <a:gd name="T15" fmla="*/ 59 h 109"/>
              <a:gd name="T16" fmla="*/ 47 w 160"/>
              <a:gd name="T17" fmla="*/ 37 h 109"/>
              <a:gd name="T18" fmla="*/ 43 w 160"/>
              <a:gd name="T19" fmla="*/ 7 h 109"/>
              <a:gd name="T20" fmla="*/ 25 w 160"/>
              <a:gd name="T21" fmla="*/ 0 h 109"/>
              <a:gd name="T22" fmla="*/ 8 w 160"/>
              <a:gd name="T23" fmla="*/ 7 h 109"/>
              <a:gd name="T24" fmla="*/ 0 w 160"/>
              <a:gd name="T25" fmla="*/ 24 h 109"/>
              <a:gd name="T26" fmla="*/ 8 w 160"/>
              <a:gd name="T27" fmla="*/ 42 h 109"/>
              <a:gd name="T28" fmla="*/ 25 w 160"/>
              <a:gd name="T29" fmla="*/ 49 h 109"/>
              <a:gd name="T30" fmla="*/ 37 w 160"/>
              <a:gd name="T31" fmla="*/ 46 h 109"/>
              <a:gd name="T32" fmla="*/ 56 w 160"/>
              <a:gd name="T33" fmla="*/ 69 h 109"/>
              <a:gd name="T34" fmla="*/ 60 w 160"/>
              <a:gd name="T35" fmla="*/ 102 h 109"/>
              <a:gd name="T36" fmla="*/ 79 w 160"/>
              <a:gd name="T37" fmla="*/ 109 h 109"/>
              <a:gd name="T38" fmla="*/ 98 w 160"/>
              <a:gd name="T39" fmla="*/ 102 h 109"/>
              <a:gd name="T40" fmla="*/ 102 w 160"/>
              <a:gd name="T41" fmla="*/ 69 h 109"/>
              <a:gd name="T42" fmla="*/ 129 w 160"/>
              <a:gd name="T43" fmla="*/ 46 h 109"/>
              <a:gd name="T44" fmla="*/ 139 w 160"/>
              <a:gd name="T45" fmla="*/ 49 h 109"/>
              <a:gd name="T46" fmla="*/ 154 w 160"/>
              <a:gd name="T47" fmla="*/ 43 h 109"/>
              <a:gd name="T48" fmla="*/ 160 w 160"/>
              <a:gd name="T49" fmla="*/ 27 h 109"/>
              <a:gd name="T50" fmla="*/ 154 w 160"/>
              <a:gd name="T51" fmla="*/ 12 h 109"/>
              <a:gd name="T52" fmla="*/ 17 w 160"/>
              <a:gd name="T53" fmla="*/ 32 h 109"/>
              <a:gd name="T54" fmla="*/ 14 w 160"/>
              <a:gd name="T55" fmla="*/ 24 h 109"/>
              <a:gd name="T56" fmla="*/ 17 w 160"/>
              <a:gd name="T57" fmla="*/ 17 h 109"/>
              <a:gd name="T58" fmla="*/ 25 w 160"/>
              <a:gd name="T59" fmla="*/ 13 h 109"/>
              <a:gd name="T60" fmla="*/ 33 w 160"/>
              <a:gd name="T61" fmla="*/ 17 h 109"/>
              <a:gd name="T62" fmla="*/ 33 w 160"/>
              <a:gd name="T63" fmla="*/ 32 h 109"/>
              <a:gd name="T64" fmla="*/ 17 w 160"/>
              <a:gd name="T65" fmla="*/ 32 h 109"/>
              <a:gd name="T66" fmla="*/ 144 w 160"/>
              <a:gd name="T67" fmla="*/ 33 h 109"/>
              <a:gd name="T68" fmla="*/ 133 w 160"/>
              <a:gd name="T69" fmla="*/ 33 h 109"/>
              <a:gd name="T70" fmla="*/ 131 w 160"/>
              <a:gd name="T71" fmla="*/ 27 h 109"/>
              <a:gd name="T72" fmla="*/ 133 w 160"/>
              <a:gd name="T73" fmla="*/ 22 h 109"/>
              <a:gd name="T74" fmla="*/ 139 w 160"/>
              <a:gd name="T75" fmla="*/ 20 h 109"/>
              <a:gd name="T76" fmla="*/ 144 w 160"/>
              <a:gd name="T77" fmla="*/ 22 h 109"/>
              <a:gd name="T78" fmla="*/ 146 w 160"/>
              <a:gd name="T79" fmla="*/ 27 h 109"/>
              <a:gd name="T80" fmla="*/ 144 w 160"/>
              <a:gd name="T81" fmla="*/ 33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160" h="109">
                <a:moveTo>
                  <a:pt x="154" y="12"/>
                </a:moveTo>
                <a:cubicBezTo>
                  <a:pt x="150" y="8"/>
                  <a:pt x="144" y="6"/>
                  <a:pt x="139" y="6"/>
                </a:cubicBezTo>
                <a:cubicBezTo>
                  <a:pt x="133" y="6"/>
                  <a:pt x="127" y="8"/>
                  <a:pt x="123" y="12"/>
                </a:cubicBezTo>
                <a:cubicBezTo>
                  <a:pt x="119" y="16"/>
                  <a:pt x="117" y="22"/>
                  <a:pt x="117" y="27"/>
                </a:cubicBezTo>
                <a:cubicBezTo>
                  <a:pt x="117" y="31"/>
                  <a:pt x="118" y="34"/>
                  <a:pt x="119" y="36"/>
                </a:cubicBezTo>
                <a:cubicBezTo>
                  <a:pt x="93" y="60"/>
                  <a:pt x="93" y="60"/>
                  <a:pt x="93" y="60"/>
                </a:cubicBezTo>
                <a:cubicBezTo>
                  <a:pt x="89" y="57"/>
                  <a:pt x="84" y="56"/>
                  <a:pt x="79" y="56"/>
                </a:cubicBezTo>
                <a:cubicBezTo>
                  <a:pt x="74" y="56"/>
                  <a:pt x="70" y="57"/>
                  <a:pt x="66" y="59"/>
                </a:cubicBezTo>
                <a:cubicBezTo>
                  <a:pt x="47" y="37"/>
                  <a:pt x="47" y="37"/>
                  <a:pt x="47" y="37"/>
                </a:cubicBezTo>
                <a:cubicBezTo>
                  <a:pt x="52" y="27"/>
                  <a:pt x="51" y="15"/>
                  <a:pt x="43" y="7"/>
                </a:cubicBezTo>
                <a:cubicBezTo>
                  <a:pt x="38" y="2"/>
                  <a:pt x="32" y="0"/>
                  <a:pt x="25" y="0"/>
                </a:cubicBezTo>
                <a:cubicBezTo>
                  <a:pt x="19" y="0"/>
                  <a:pt x="12" y="2"/>
                  <a:pt x="8" y="7"/>
                </a:cubicBezTo>
                <a:cubicBezTo>
                  <a:pt x="3" y="12"/>
                  <a:pt x="0" y="18"/>
                  <a:pt x="0" y="24"/>
                </a:cubicBezTo>
                <a:cubicBezTo>
                  <a:pt x="0" y="31"/>
                  <a:pt x="3" y="37"/>
                  <a:pt x="8" y="42"/>
                </a:cubicBezTo>
                <a:cubicBezTo>
                  <a:pt x="12" y="47"/>
                  <a:pt x="19" y="49"/>
                  <a:pt x="25" y="49"/>
                </a:cubicBezTo>
                <a:cubicBezTo>
                  <a:pt x="29" y="49"/>
                  <a:pt x="33" y="48"/>
                  <a:pt x="37" y="46"/>
                </a:cubicBezTo>
                <a:cubicBezTo>
                  <a:pt x="56" y="69"/>
                  <a:pt x="56" y="69"/>
                  <a:pt x="56" y="69"/>
                </a:cubicBezTo>
                <a:cubicBezTo>
                  <a:pt x="50" y="79"/>
                  <a:pt x="51" y="93"/>
                  <a:pt x="60" y="102"/>
                </a:cubicBezTo>
                <a:cubicBezTo>
                  <a:pt x="65" y="107"/>
                  <a:pt x="72" y="109"/>
                  <a:pt x="79" y="109"/>
                </a:cubicBezTo>
                <a:cubicBezTo>
                  <a:pt x="86" y="109"/>
                  <a:pt x="93" y="107"/>
                  <a:pt x="98" y="102"/>
                </a:cubicBezTo>
                <a:cubicBezTo>
                  <a:pt x="107" y="93"/>
                  <a:pt x="108" y="80"/>
                  <a:pt x="102" y="69"/>
                </a:cubicBezTo>
                <a:cubicBezTo>
                  <a:pt x="129" y="46"/>
                  <a:pt x="129" y="46"/>
                  <a:pt x="129" y="46"/>
                </a:cubicBezTo>
                <a:cubicBezTo>
                  <a:pt x="132" y="48"/>
                  <a:pt x="135" y="49"/>
                  <a:pt x="139" y="49"/>
                </a:cubicBezTo>
                <a:cubicBezTo>
                  <a:pt x="144" y="49"/>
                  <a:pt x="150" y="47"/>
                  <a:pt x="154" y="43"/>
                </a:cubicBezTo>
                <a:cubicBezTo>
                  <a:pt x="158" y="38"/>
                  <a:pt x="160" y="33"/>
                  <a:pt x="160" y="27"/>
                </a:cubicBezTo>
                <a:cubicBezTo>
                  <a:pt x="160" y="22"/>
                  <a:pt x="158" y="16"/>
                  <a:pt x="154" y="12"/>
                </a:cubicBezTo>
                <a:moveTo>
                  <a:pt x="17" y="32"/>
                </a:moveTo>
                <a:cubicBezTo>
                  <a:pt x="15" y="30"/>
                  <a:pt x="14" y="27"/>
                  <a:pt x="14" y="24"/>
                </a:cubicBezTo>
                <a:cubicBezTo>
                  <a:pt x="14" y="21"/>
                  <a:pt x="15" y="19"/>
                  <a:pt x="17" y="17"/>
                </a:cubicBezTo>
                <a:cubicBezTo>
                  <a:pt x="20" y="14"/>
                  <a:pt x="22" y="13"/>
                  <a:pt x="25" y="13"/>
                </a:cubicBezTo>
                <a:cubicBezTo>
                  <a:pt x="28" y="13"/>
                  <a:pt x="31" y="14"/>
                  <a:pt x="33" y="17"/>
                </a:cubicBezTo>
                <a:cubicBezTo>
                  <a:pt x="38" y="21"/>
                  <a:pt x="38" y="28"/>
                  <a:pt x="33" y="32"/>
                </a:cubicBezTo>
                <a:cubicBezTo>
                  <a:pt x="29" y="37"/>
                  <a:pt x="22" y="37"/>
                  <a:pt x="17" y="32"/>
                </a:cubicBezTo>
                <a:moveTo>
                  <a:pt x="144" y="33"/>
                </a:moveTo>
                <a:cubicBezTo>
                  <a:pt x="141" y="36"/>
                  <a:pt x="136" y="36"/>
                  <a:pt x="133" y="33"/>
                </a:cubicBezTo>
                <a:cubicBezTo>
                  <a:pt x="132" y="31"/>
                  <a:pt x="131" y="29"/>
                  <a:pt x="131" y="27"/>
                </a:cubicBezTo>
                <a:cubicBezTo>
                  <a:pt x="131" y="25"/>
                  <a:pt x="132" y="23"/>
                  <a:pt x="133" y="22"/>
                </a:cubicBezTo>
                <a:cubicBezTo>
                  <a:pt x="135" y="20"/>
                  <a:pt x="137" y="20"/>
                  <a:pt x="139" y="20"/>
                </a:cubicBezTo>
                <a:cubicBezTo>
                  <a:pt x="141" y="20"/>
                  <a:pt x="143" y="20"/>
                  <a:pt x="144" y="22"/>
                </a:cubicBezTo>
                <a:cubicBezTo>
                  <a:pt x="146" y="23"/>
                  <a:pt x="146" y="25"/>
                  <a:pt x="146" y="27"/>
                </a:cubicBezTo>
                <a:cubicBezTo>
                  <a:pt x="146" y="29"/>
                  <a:pt x="146" y="31"/>
                  <a:pt x="144" y="33"/>
                </a:cubicBezTo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4615" name="Rectangle 39"/>
          <p:cNvSpPr>
            <a:spLocks noChangeArrowheads="1"/>
          </p:cNvSpPr>
          <p:nvPr/>
        </p:nvSpPr>
        <p:spPr bwMode="auto">
          <a:xfrm>
            <a:off x="6300789" y="2242242"/>
            <a:ext cx="2592387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单一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LLM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易出现幻觉、语义不一致、细节缺失，难以直接满足工程可用性。</a:t>
            </a:r>
          </a:p>
        </p:txBody>
      </p:sp>
      <p:sp>
        <p:nvSpPr>
          <p:cNvPr id="24616" name="Text Box 40"/>
          <p:cNvSpPr txBox="1">
            <a:spLocks noChangeArrowheads="1"/>
          </p:cNvSpPr>
          <p:nvPr/>
        </p:nvSpPr>
        <p:spPr bwMode="auto">
          <a:xfrm>
            <a:off x="6300788" y="1823013"/>
            <a:ext cx="513282" cy="4618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zh-CN" sz="2400" dirty="0">
                <a:solidFill>
                  <a:schemeClr val="accent3"/>
                </a:solidFill>
                <a:latin typeface="Impact" pitchFamily="34" charset="0"/>
              </a:rPr>
              <a:t>03</a:t>
            </a:r>
          </a:p>
        </p:txBody>
      </p:sp>
      <p:sp>
        <p:nvSpPr>
          <p:cNvPr id="24617" name="Rectangle 41"/>
          <p:cNvSpPr>
            <a:spLocks noChangeArrowheads="1"/>
          </p:cNvSpPr>
          <p:nvPr/>
        </p:nvSpPr>
        <p:spPr bwMode="auto">
          <a:xfrm>
            <a:off x="6300789" y="3557097"/>
            <a:ext cx="2592387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</a:rPr>
              <a:t>引入多智能体角色协作，模拟产品、开发、测试协同过程，提高用户故事质量和可控性。</a:t>
            </a:r>
          </a:p>
        </p:txBody>
      </p:sp>
      <p:sp>
        <p:nvSpPr>
          <p:cNvPr id="24618" name="Text Box 42"/>
          <p:cNvSpPr txBox="1">
            <a:spLocks noChangeArrowheads="1"/>
          </p:cNvSpPr>
          <p:nvPr/>
        </p:nvSpPr>
        <p:spPr bwMode="auto">
          <a:xfrm>
            <a:off x="6300788" y="3137869"/>
            <a:ext cx="503664" cy="4618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zh-CN" sz="2400" dirty="0">
                <a:solidFill>
                  <a:schemeClr val="accent4"/>
                </a:solidFill>
                <a:latin typeface="Impact" pitchFamily="34" charset="0"/>
              </a:rPr>
              <a:t>04</a:t>
            </a:r>
          </a:p>
        </p:txBody>
      </p:sp>
      <p:sp>
        <p:nvSpPr>
          <p:cNvPr id="24620" name="Text Box 44"/>
          <p:cNvSpPr txBox="1">
            <a:spLocks noChangeArrowheads="1"/>
          </p:cNvSpPr>
          <p:nvPr/>
        </p:nvSpPr>
        <p:spPr bwMode="auto">
          <a:xfrm>
            <a:off x="2363361" y="3137869"/>
            <a:ext cx="503664" cy="4618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zh-CN" altLang="zh-CN" sz="2400" dirty="0">
                <a:solidFill>
                  <a:schemeClr val="accent2"/>
                </a:solidFill>
                <a:latin typeface="Impact" pitchFamily="34" charset="0"/>
              </a:rPr>
              <a:t>02</a:t>
            </a:r>
          </a:p>
        </p:txBody>
      </p:sp>
      <p:grpSp>
        <p:nvGrpSpPr>
          <p:cNvPr id="24621" name="Group 45"/>
          <p:cNvGrpSpPr/>
          <p:nvPr/>
        </p:nvGrpSpPr>
        <p:grpSpPr bwMode="auto">
          <a:xfrm flipH="1">
            <a:off x="2003425" y="1935761"/>
            <a:ext cx="209550" cy="257254"/>
            <a:chOff x="0" y="0"/>
            <a:chExt cx="134" cy="163"/>
          </a:xfrm>
          <a:solidFill>
            <a:schemeClr val="accent1"/>
          </a:solidFill>
        </p:grpSpPr>
        <p:sp>
          <p:nvSpPr>
            <p:cNvPr id="24622" name="Freeform 46"/>
            <p:cNvSpPr>
              <a:spLocks noEditPoints="1"/>
            </p:cNvSpPr>
            <p:nvPr/>
          </p:nvSpPr>
          <p:spPr bwMode="auto">
            <a:xfrm>
              <a:off x="0" y="0"/>
              <a:ext cx="134" cy="163"/>
            </a:xfrm>
            <a:custGeom>
              <a:avLst/>
              <a:gdLst>
                <a:gd name="T0" fmla="*/ 0 w 134"/>
                <a:gd name="T1" fmla="*/ 0 h 163"/>
                <a:gd name="T2" fmla="*/ 0 w 134"/>
                <a:gd name="T3" fmla="*/ 163 h 163"/>
                <a:gd name="T4" fmla="*/ 92 w 134"/>
                <a:gd name="T5" fmla="*/ 163 h 163"/>
                <a:gd name="T6" fmla="*/ 134 w 134"/>
                <a:gd name="T7" fmla="*/ 121 h 163"/>
                <a:gd name="T8" fmla="*/ 134 w 134"/>
                <a:gd name="T9" fmla="*/ 0 h 163"/>
                <a:gd name="T10" fmla="*/ 0 w 134"/>
                <a:gd name="T11" fmla="*/ 0 h 163"/>
                <a:gd name="T12" fmla="*/ 14 w 134"/>
                <a:gd name="T13" fmla="*/ 14 h 163"/>
                <a:gd name="T14" fmla="*/ 120 w 134"/>
                <a:gd name="T15" fmla="*/ 14 h 163"/>
                <a:gd name="T16" fmla="*/ 120 w 134"/>
                <a:gd name="T17" fmla="*/ 112 h 163"/>
                <a:gd name="T18" fmla="*/ 83 w 134"/>
                <a:gd name="T19" fmla="*/ 112 h 163"/>
                <a:gd name="T20" fmla="*/ 83 w 134"/>
                <a:gd name="T21" fmla="*/ 150 h 163"/>
                <a:gd name="T22" fmla="*/ 14 w 134"/>
                <a:gd name="T23" fmla="*/ 150 h 163"/>
                <a:gd name="T24" fmla="*/ 14 w 134"/>
                <a:gd name="T25" fmla="*/ 14 h 163"/>
                <a:gd name="T26" fmla="*/ 111 w 134"/>
                <a:gd name="T27" fmla="*/ 125 h 163"/>
                <a:gd name="T28" fmla="*/ 96 w 134"/>
                <a:gd name="T29" fmla="*/ 140 h 163"/>
                <a:gd name="T30" fmla="*/ 96 w 134"/>
                <a:gd name="T31" fmla="*/ 125 h 163"/>
                <a:gd name="T32" fmla="*/ 111 w 134"/>
                <a:gd name="T33" fmla="*/ 125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4" h="163">
                  <a:moveTo>
                    <a:pt x="0" y="0"/>
                  </a:moveTo>
                  <a:lnTo>
                    <a:pt x="0" y="163"/>
                  </a:lnTo>
                  <a:lnTo>
                    <a:pt x="92" y="163"/>
                  </a:lnTo>
                  <a:lnTo>
                    <a:pt x="134" y="121"/>
                  </a:lnTo>
                  <a:lnTo>
                    <a:pt x="134" y="0"/>
                  </a:lnTo>
                  <a:lnTo>
                    <a:pt x="0" y="0"/>
                  </a:lnTo>
                  <a:close/>
                  <a:moveTo>
                    <a:pt x="14" y="14"/>
                  </a:moveTo>
                  <a:lnTo>
                    <a:pt x="120" y="14"/>
                  </a:lnTo>
                  <a:lnTo>
                    <a:pt x="120" y="112"/>
                  </a:lnTo>
                  <a:lnTo>
                    <a:pt x="83" y="112"/>
                  </a:lnTo>
                  <a:lnTo>
                    <a:pt x="83" y="150"/>
                  </a:lnTo>
                  <a:lnTo>
                    <a:pt x="14" y="150"/>
                  </a:lnTo>
                  <a:lnTo>
                    <a:pt x="14" y="14"/>
                  </a:lnTo>
                  <a:close/>
                  <a:moveTo>
                    <a:pt x="111" y="125"/>
                  </a:moveTo>
                  <a:lnTo>
                    <a:pt x="96" y="140"/>
                  </a:lnTo>
                  <a:lnTo>
                    <a:pt x="96" y="125"/>
                  </a:lnTo>
                  <a:lnTo>
                    <a:pt x="111" y="12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4623" name="Rectangle 47"/>
            <p:cNvSpPr>
              <a:spLocks noChangeArrowheads="1"/>
            </p:cNvSpPr>
            <p:nvPr/>
          </p:nvSpPr>
          <p:spPr bwMode="auto">
            <a:xfrm>
              <a:off x="37" y="44"/>
              <a:ext cx="59" cy="1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4624" name="Rectangle 48"/>
            <p:cNvSpPr>
              <a:spLocks noChangeArrowheads="1"/>
            </p:cNvSpPr>
            <p:nvPr/>
          </p:nvSpPr>
          <p:spPr bwMode="auto">
            <a:xfrm>
              <a:off x="37" y="83"/>
              <a:ext cx="38" cy="1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24625" name="Rectangle 49"/>
          <p:cNvSpPr>
            <a:spLocks noChangeArrowheads="1"/>
          </p:cNvSpPr>
          <p:nvPr/>
        </p:nvSpPr>
        <p:spPr bwMode="auto">
          <a:xfrm>
            <a:off x="311507" y="2248594"/>
            <a:ext cx="2531705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r"/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</a:rPr>
              <a:t>自然语言需求存在模糊、主观、不完整等问题，人工编写用户故事效率低、质量不稳定</a:t>
            </a:r>
          </a:p>
        </p:txBody>
      </p:sp>
      <p:sp>
        <p:nvSpPr>
          <p:cNvPr id="24626" name="Text Box 50"/>
          <p:cNvSpPr txBox="1">
            <a:spLocks noChangeArrowheads="1"/>
          </p:cNvSpPr>
          <p:nvPr/>
        </p:nvSpPr>
        <p:spPr bwMode="auto">
          <a:xfrm>
            <a:off x="2400231" y="1829365"/>
            <a:ext cx="466794" cy="4618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zh-CN" altLang="zh-CN" sz="2400" dirty="0">
                <a:solidFill>
                  <a:schemeClr val="accent1"/>
                </a:solidFill>
                <a:latin typeface="Impact" pitchFamily="34" charset="0"/>
              </a:rPr>
              <a:t>01</a:t>
            </a:r>
          </a:p>
        </p:txBody>
      </p:sp>
      <p:sp>
        <p:nvSpPr>
          <p:cNvPr id="24627" name="Freeform 51"/>
          <p:cNvSpPr>
            <a:spLocks noEditPoints="1"/>
          </p:cNvSpPr>
          <p:nvPr/>
        </p:nvSpPr>
        <p:spPr bwMode="auto">
          <a:xfrm>
            <a:off x="2005013" y="3244264"/>
            <a:ext cx="233362" cy="242962"/>
          </a:xfrm>
          <a:custGeom>
            <a:avLst/>
            <a:gdLst>
              <a:gd name="T0" fmla="*/ 123 w 144"/>
              <a:gd name="T1" fmla="*/ 21 h 151"/>
              <a:gd name="T2" fmla="*/ 127 w 144"/>
              <a:gd name="T3" fmla="*/ 119 h 151"/>
              <a:gd name="T4" fmla="*/ 133 w 144"/>
              <a:gd name="T5" fmla="*/ 76 h 151"/>
              <a:gd name="T6" fmla="*/ 108 w 144"/>
              <a:gd name="T7" fmla="*/ 101 h 151"/>
              <a:gd name="T8" fmla="*/ 105 w 144"/>
              <a:gd name="T9" fmla="*/ 76 h 151"/>
              <a:gd name="T10" fmla="*/ 42 w 144"/>
              <a:gd name="T11" fmla="*/ 100 h 151"/>
              <a:gd name="T12" fmla="*/ 32 w 144"/>
              <a:gd name="T13" fmla="*/ 76 h 151"/>
              <a:gd name="T14" fmla="*/ 25 w 144"/>
              <a:gd name="T15" fmla="*/ 112 h 151"/>
              <a:gd name="T16" fmla="*/ 0 w 144"/>
              <a:gd name="T17" fmla="*/ 72 h 151"/>
              <a:gd name="T18" fmla="*/ 72 w 144"/>
              <a:gd name="T19" fmla="*/ 0 h 151"/>
              <a:gd name="T20" fmla="*/ 94 w 144"/>
              <a:gd name="T21" fmla="*/ 131 h 151"/>
              <a:gd name="T22" fmla="*/ 88 w 144"/>
              <a:gd name="T23" fmla="*/ 151 h 151"/>
              <a:gd name="T24" fmla="*/ 56 w 144"/>
              <a:gd name="T25" fmla="*/ 151 h 151"/>
              <a:gd name="T26" fmla="*/ 50 w 144"/>
              <a:gd name="T27" fmla="*/ 146 h 151"/>
              <a:gd name="T28" fmla="*/ 33 w 144"/>
              <a:gd name="T29" fmla="*/ 131 h 151"/>
              <a:gd name="T30" fmla="*/ 29 w 144"/>
              <a:gd name="T31" fmla="*/ 121 h 151"/>
              <a:gd name="T32" fmla="*/ 76 w 144"/>
              <a:gd name="T33" fmla="*/ 83 h 151"/>
              <a:gd name="T34" fmla="*/ 115 w 144"/>
              <a:gd name="T35" fmla="*/ 121 h 151"/>
              <a:gd name="T36" fmla="*/ 111 w 144"/>
              <a:gd name="T37" fmla="*/ 131 h 151"/>
              <a:gd name="T38" fmla="*/ 94 w 144"/>
              <a:gd name="T39" fmla="*/ 131 h 151"/>
              <a:gd name="T40" fmla="*/ 83 w 144"/>
              <a:gd name="T41" fmla="*/ 140 h 151"/>
              <a:gd name="T42" fmla="*/ 83 w 144"/>
              <a:gd name="T43" fmla="*/ 125 h 151"/>
              <a:gd name="T44" fmla="*/ 97 w 144"/>
              <a:gd name="T45" fmla="*/ 120 h 151"/>
              <a:gd name="T46" fmla="*/ 47 w 144"/>
              <a:gd name="T47" fmla="*/ 120 h 151"/>
              <a:gd name="T48" fmla="*/ 56 w 144"/>
              <a:gd name="T49" fmla="*/ 120 h 151"/>
              <a:gd name="T50" fmla="*/ 61 w 144"/>
              <a:gd name="T51" fmla="*/ 140 h 151"/>
              <a:gd name="T52" fmla="*/ 115 w 144"/>
              <a:gd name="T53" fmla="*/ 29 h 151"/>
              <a:gd name="T54" fmla="*/ 114 w 144"/>
              <a:gd name="T55" fmla="*/ 28 h 151"/>
              <a:gd name="T56" fmla="*/ 112 w 144"/>
              <a:gd name="T57" fmla="*/ 69 h 151"/>
              <a:gd name="T58" fmla="*/ 115 w 144"/>
              <a:gd name="T59" fmla="*/ 29 h 151"/>
              <a:gd name="T60" fmla="*/ 108 w 144"/>
              <a:gd name="T61" fmla="*/ 23 h 151"/>
              <a:gd name="T62" fmla="*/ 101 w 144"/>
              <a:gd name="T63" fmla="*/ 24 h 151"/>
              <a:gd name="T64" fmla="*/ 108 w 144"/>
              <a:gd name="T65" fmla="*/ 23 h 151"/>
              <a:gd name="T66" fmla="*/ 82 w 144"/>
              <a:gd name="T67" fmla="*/ 12 h 151"/>
              <a:gd name="T68" fmla="*/ 75 w 144"/>
              <a:gd name="T69" fmla="*/ 35 h 151"/>
              <a:gd name="T70" fmla="*/ 96 w 144"/>
              <a:gd name="T71" fmla="*/ 30 h 151"/>
              <a:gd name="T72" fmla="*/ 82 w 144"/>
              <a:gd name="T73" fmla="*/ 12 h 151"/>
              <a:gd name="T74" fmla="*/ 69 w 144"/>
              <a:gd name="T75" fmla="*/ 12 h 151"/>
              <a:gd name="T76" fmla="*/ 49 w 144"/>
              <a:gd name="T77" fmla="*/ 27 h 151"/>
              <a:gd name="T78" fmla="*/ 50 w 144"/>
              <a:gd name="T79" fmla="*/ 31 h 151"/>
              <a:gd name="T80" fmla="*/ 69 w 144"/>
              <a:gd name="T81" fmla="*/ 12 h 151"/>
              <a:gd name="T82" fmla="*/ 48 w 144"/>
              <a:gd name="T83" fmla="*/ 16 h 151"/>
              <a:gd name="T84" fmla="*/ 41 w 144"/>
              <a:gd name="T85" fmla="*/ 27 h 151"/>
              <a:gd name="T86" fmla="*/ 48 w 144"/>
              <a:gd name="T87" fmla="*/ 16 h 151"/>
              <a:gd name="T88" fmla="*/ 30 w 144"/>
              <a:gd name="T89" fmla="*/ 28 h 151"/>
              <a:gd name="T90" fmla="*/ 11 w 144"/>
              <a:gd name="T91" fmla="*/ 69 h 151"/>
              <a:gd name="T92" fmla="*/ 39 w 144"/>
              <a:gd name="T93" fmla="*/ 33 h 151"/>
              <a:gd name="T94" fmla="*/ 99 w 144"/>
              <a:gd name="T95" fmla="*/ 36 h 151"/>
              <a:gd name="T96" fmla="*/ 96 w 144"/>
              <a:gd name="T97" fmla="*/ 37 h 151"/>
              <a:gd name="T98" fmla="*/ 75 w 144"/>
              <a:gd name="T99" fmla="*/ 69 h 151"/>
              <a:gd name="T100" fmla="*/ 99 w 144"/>
              <a:gd name="T101" fmla="*/ 36 h 151"/>
              <a:gd name="T102" fmla="*/ 69 w 144"/>
              <a:gd name="T103" fmla="*/ 42 h 151"/>
              <a:gd name="T104" fmla="*/ 45 w 144"/>
              <a:gd name="T105" fmla="*/ 36 h 151"/>
              <a:gd name="T106" fmla="*/ 69 w 144"/>
              <a:gd name="T107" fmla="*/ 69 h 1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44" h="151">
                <a:moveTo>
                  <a:pt x="72" y="0"/>
                </a:moveTo>
                <a:cubicBezTo>
                  <a:pt x="92" y="0"/>
                  <a:pt x="110" y="8"/>
                  <a:pt x="123" y="21"/>
                </a:cubicBezTo>
                <a:cubicBezTo>
                  <a:pt x="136" y="34"/>
                  <a:pt x="144" y="53"/>
                  <a:pt x="144" y="72"/>
                </a:cubicBezTo>
                <a:cubicBezTo>
                  <a:pt x="144" y="90"/>
                  <a:pt x="138" y="106"/>
                  <a:pt x="127" y="119"/>
                </a:cubicBezTo>
                <a:cubicBezTo>
                  <a:pt x="122" y="124"/>
                  <a:pt x="114" y="118"/>
                  <a:pt x="119" y="112"/>
                </a:cubicBezTo>
                <a:cubicBezTo>
                  <a:pt x="127" y="102"/>
                  <a:pt x="132" y="89"/>
                  <a:pt x="133" y="76"/>
                </a:cubicBezTo>
                <a:cubicBezTo>
                  <a:pt x="112" y="76"/>
                  <a:pt x="112" y="76"/>
                  <a:pt x="112" y="76"/>
                </a:cubicBezTo>
                <a:cubicBezTo>
                  <a:pt x="112" y="85"/>
                  <a:pt x="110" y="94"/>
                  <a:pt x="108" y="101"/>
                </a:cubicBezTo>
                <a:cubicBezTo>
                  <a:pt x="107" y="106"/>
                  <a:pt x="101" y="105"/>
                  <a:pt x="102" y="100"/>
                </a:cubicBezTo>
                <a:cubicBezTo>
                  <a:pt x="104" y="93"/>
                  <a:pt x="105" y="85"/>
                  <a:pt x="105" y="76"/>
                </a:cubicBezTo>
                <a:cubicBezTo>
                  <a:pt x="78" y="76"/>
                  <a:pt x="66" y="76"/>
                  <a:pt x="39" y="76"/>
                </a:cubicBezTo>
                <a:cubicBezTo>
                  <a:pt x="39" y="85"/>
                  <a:pt x="40" y="93"/>
                  <a:pt x="42" y="100"/>
                </a:cubicBezTo>
                <a:cubicBezTo>
                  <a:pt x="43" y="105"/>
                  <a:pt x="37" y="106"/>
                  <a:pt x="35" y="101"/>
                </a:cubicBezTo>
                <a:cubicBezTo>
                  <a:pt x="33" y="93"/>
                  <a:pt x="32" y="85"/>
                  <a:pt x="32" y="76"/>
                </a:cubicBezTo>
                <a:cubicBezTo>
                  <a:pt x="11" y="76"/>
                  <a:pt x="11" y="76"/>
                  <a:pt x="11" y="76"/>
                </a:cubicBezTo>
                <a:cubicBezTo>
                  <a:pt x="12" y="89"/>
                  <a:pt x="17" y="102"/>
                  <a:pt x="25" y="112"/>
                </a:cubicBezTo>
                <a:cubicBezTo>
                  <a:pt x="30" y="118"/>
                  <a:pt x="21" y="124"/>
                  <a:pt x="17" y="119"/>
                </a:cubicBezTo>
                <a:cubicBezTo>
                  <a:pt x="6" y="106"/>
                  <a:pt x="0" y="90"/>
                  <a:pt x="0" y="72"/>
                </a:cubicBezTo>
                <a:cubicBezTo>
                  <a:pt x="0" y="53"/>
                  <a:pt x="8" y="34"/>
                  <a:pt x="21" y="21"/>
                </a:cubicBezTo>
                <a:cubicBezTo>
                  <a:pt x="34" y="8"/>
                  <a:pt x="52" y="0"/>
                  <a:pt x="72" y="0"/>
                </a:cubicBezTo>
                <a:close/>
                <a:moveTo>
                  <a:pt x="94" y="131"/>
                </a:moveTo>
                <a:cubicBezTo>
                  <a:pt x="94" y="131"/>
                  <a:pt x="94" y="131"/>
                  <a:pt x="94" y="131"/>
                </a:cubicBezTo>
                <a:cubicBezTo>
                  <a:pt x="94" y="146"/>
                  <a:pt x="94" y="146"/>
                  <a:pt x="94" y="146"/>
                </a:cubicBezTo>
                <a:cubicBezTo>
                  <a:pt x="94" y="149"/>
                  <a:pt x="91" y="151"/>
                  <a:pt x="88" y="151"/>
                </a:cubicBezTo>
                <a:cubicBezTo>
                  <a:pt x="88" y="151"/>
                  <a:pt x="88" y="151"/>
                  <a:pt x="88" y="151"/>
                </a:cubicBezTo>
                <a:cubicBezTo>
                  <a:pt x="56" y="151"/>
                  <a:pt x="56" y="151"/>
                  <a:pt x="56" y="151"/>
                </a:cubicBezTo>
                <a:cubicBezTo>
                  <a:pt x="52" y="151"/>
                  <a:pt x="50" y="149"/>
                  <a:pt x="50" y="146"/>
                </a:cubicBezTo>
                <a:cubicBezTo>
                  <a:pt x="50" y="146"/>
                  <a:pt x="50" y="146"/>
                  <a:pt x="50" y="146"/>
                </a:cubicBezTo>
                <a:cubicBezTo>
                  <a:pt x="50" y="131"/>
                  <a:pt x="50" y="131"/>
                  <a:pt x="50" y="131"/>
                </a:cubicBezTo>
                <a:cubicBezTo>
                  <a:pt x="33" y="131"/>
                  <a:pt x="33" y="131"/>
                  <a:pt x="33" y="131"/>
                </a:cubicBezTo>
                <a:cubicBezTo>
                  <a:pt x="30" y="131"/>
                  <a:pt x="28" y="128"/>
                  <a:pt x="28" y="125"/>
                </a:cubicBezTo>
                <a:cubicBezTo>
                  <a:pt x="28" y="124"/>
                  <a:pt x="28" y="122"/>
                  <a:pt x="29" y="121"/>
                </a:cubicBezTo>
                <a:cubicBezTo>
                  <a:pt x="68" y="83"/>
                  <a:pt x="68" y="83"/>
                  <a:pt x="68" y="83"/>
                </a:cubicBezTo>
                <a:cubicBezTo>
                  <a:pt x="70" y="81"/>
                  <a:pt x="74" y="81"/>
                  <a:pt x="76" y="83"/>
                </a:cubicBezTo>
                <a:cubicBezTo>
                  <a:pt x="76" y="83"/>
                  <a:pt x="76" y="83"/>
                  <a:pt x="76" y="83"/>
                </a:cubicBezTo>
                <a:cubicBezTo>
                  <a:pt x="115" y="121"/>
                  <a:pt x="115" y="121"/>
                  <a:pt x="115" y="121"/>
                </a:cubicBezTo>
                <a:cubicBezTo>
                  <a:pt x="117" y="124"/>
                  <a:pt x="117" y="127"/>
                  <a:pt x="115" y="129"/>
                </a:cubicBezTo>
                <a:cubicBezTo>
                  <a:pt x="113" y="130"/>
                  <a:pt x="112" y="131"/>
                  <a:pt x="111" y="131"/>
                </a:cubicBezTo>
                <a:cubicBezTo>
                  <a:pt x="110" y="131"/>
                  <a:pt x="110" y="131"/>
                  <a:pt x="110" y="131"/>
                </a:cubicBezTo>
                <a:cubicBezTo>
                  <a:pt x="94" y="131"/>
                  <a:pt x="94" y="131"/>
                  <a:pt x="94" y="131"/>
                </a:cubicBezTo>
                <a:close/>
                <a:moveTo>
                  <a:pt x="83" y="140"/>
                </a:moveTo>
                <a:cubicBezTo>
                  <a:pt x="83" y="140"/>
                  <a:pt x="83" y="140"/>
                  <a:pt x="83" y="140"/>
                </a:cubicBezTo>
                <a:cubicBezTo>
                  <a:pt x="83" y="125"/>
                  <a:pt x="83" y="125"/>
                  <a:pt x="83" y="125"/>
                </a:cubicBezTo>
                <a:cubicBezTo>
                  <a:pt x="83" y="125"/>
                  <a:pt x="83" y="125"/>
                  <a:pt x="83" y="125"/>
                </a:cubicBezTo>
                <a:cubicBezTo>
                  <a:pt x="83" y="122"/>
                  <a:pt x="85" y="120"/>
                  <a:pt x="88" y="120"/>
                </a:cubicBezTo>
                <a:cubicBezTo>
                  <a:pt x="97" y="120"/>
                  <a:pt x="97" y="120"/>
                  <a:pt x="97" y="120"/>
                </a:cubicBezTo>
                <a:cubicBezTo>
                  <a:pt x="72" y="95"/>
                  <a:pt x="72" y="95"/>
                  <a:pt x="72" y="95"/>
                </a:cubicBezTo>
                <a:cubicBezTo>
                  <a:pt x="47" y="120"/>
                  <a:pt x="47" y="120"/>
                  <a:pt x="47" y="120"/>
                </a:cubicBezTo>
                <a:cubicBezTo>
                  <a:pt x="55" y="120"/>
                  <a:pt x="55" y="120"/>
                  <a:pt x="55" y="120"/>
                </a:cubicBezTo>
                <a:cubicBezTo>
                  <a:pt x="56" y="120"/>
                  <a:pt x="56" y="120"/>
                  <a:pt x="56" y="120"/>
                </a:cubicBezTo>
                <a:cubicBezTo>
                  <a:pt x="59" y="120"/>
                  <a:pt x="61" y="122"/>
                  <a:pt x="61" y="125"/>
                </a:cubicBezTo>
                <a:cubicBezTo>
                  <a:pt x="61" y="140"/>
                  <a:pt x="61" y="140"/>
                  <a:pt x="61" y="140"/>
                </a:cubicBezTo>
                <a:cubicBezTo>
                  <a:pt x="83" y="140"/>
                  <a:pt x="83" y="140"/>
                  <a:pt x="83" y="140"/>
                </a:cubicBezTo>
                <a:close/>
                <a:moveTo>
                  <a:pt x="115" y="29"/>
                </a:moveTo>
                <a:cubicBezTo>
                  <a:pt x="115" y="29"/>
                  <a:pt x="115" y="29"/>
                  <a:pt x="115" y="29"/>
                </a:cubicBezTo>
                <a:cubicBezTo>
                  <a:pt x="115" y="29"/>
                  <a:pt x="114" y="28"/>
                  <a:pt x="114" y="28"/>
                </a:cubicBezTo>
                <a:cubicBezTo>
                  <a:pt x="111" y="30"/>
                  <a:pt x="108" y="32"/>
                  <a:pt x="105" y="33"/>
                </a:cubicBezTo>
                <a:cubicBezTo>
                  <a:pt x="109" y="44"/>
                  <a:pt x="111" y="56"/>
                  <a:pt x="112" y="69"/>
                </a:cubicBezTo>
                <a:cubicBezTo>
                  <a:pt x="133" y="69"/>
                  <a:pt x="133" y="69"/>
                  <a:pt x="133" y="69"/>
                </a:cubicBezTo>
                <a:cubicBezTo>
                  <a:pt x="132" y="54"/>
                  <a:pt x="125" y="40"/>
                  <a:pt x="115" y="29"/>
                </a:cubicBezTo>
                <a:close/>
                <a:moveTo>
                  <a:pt x="108" y="23"/>
                </a:moveTo>
                <a:cubicBezTo>
                  <a:pt x="108" y="23"/>
                  <a:pt x="108" y="23"/>
                  <a:pt x="108" y="23"/>
                </a:cubicBezTo>
                <a:cubicBezTo>
                  <a:pt x="104" y="21"/>
                  <a:pt x="100" y="18"/>
                  <a:pt x="96" y="16"/>
                </a:cubicBezTo>
                <a:cubicBezTo>
                  <a:pt x="98" y="19"/>
                  <a:pt x="99" y="21"/>
                  <a:pt x="101" y="24"/>
                </a:cubicBezTo>
                <a:cubicBezTo>
                  <a:pt x="101" y="25"/>
                  <a:pt x="102" y="26"/>
                  <a:pt x="102" y="27"/>
                </a:cubicBezTo>
                <a:cubicBezTo>
                  <a:pt x="104" y="26"/>
                  <a:pt x="106" y="25"/>
                  <a:pt x="108" y="23"/>
                </a:cubicBezTo>
                <a:close/>
                <a:moveTo>
                  <a:pt x="82" y="12"/>
                </a:moveTo>
                <a:cubicBezTo>
                  <a:pt x="82" y="12"/>
                  <a:pt x="82" y="12"/>
                  <a:pt x="82" y="12"/>
                </a:cubicBezTo>
                <a:cubicBezTo>
                  <a:pt x="80" y="12"/>
                  <a:pt x="78" y="12"/>
                  <a:pt x="75" y="12"/>
                </a:cubicBezTo>
                <a:cubicBezTo>
                  <a:pt x="75" y="35"/>
                  <a:pt x="75" y="35"/>
                  <a:pt x="75" y="35"/>
                </a:cubicBezTo>
                <a:cubicBezTo>
                  <a:pt x="82" y="35"/>
                  <a:pt x="88" y="33"/>
                  <a:pt x="94" y="31"/>
                </a:cubicBezTo>
                <a:cubicBezTo>
                  <a:pt x="95" y="31"/>
                  <a:pt x="96" y="30"/>
                  <a:pt x="96" y="30"/>
                </a:cubicBezTo>
                <a:cubicBezTo>
                  <a:pt x="96" y="29"/>
                  <a:pt x="95" y="28"/>
                  <a:pt x="95" y="27"/>
                </a:cubicBezTo>
                <a:cubicBezTo>
                  <a:pt x="91" y="20"/>
                  <a:pt x="87" y="15"/>
                  <a:pt x="82" y="12"/>
                </a:cubicBezTo>
                <a:close/>
                <a:moveTo>
                  <a:pt x="69" y="12"/>
                </a:moveTo>
                <a:cubicBezTo>
                  <a:pt x="69" y="12"/>
                  <a:pt x="69" y="12"/>
                  <a:pt x="69" y="12"/>
                </a:cubicBezTo>
                <a:cubicBezTo>
                  <a:pt x="66" y="12"/>
                  <a:pt x="64" y="12"/>
                  <a:pt x="62" y="12"/>
                </a:cubicBezTo>
                <a:cubicBezTo>
                  <a:pt x="57" y="15"/>
                  <a:pt x="53" y="20"/>
                  <a:pt x="49" y="27"/>
                </a:cubicBezTo>
                <a:cubicBezTo>
                  <a:pt x="48" y="28"/>
                  <a:pt x="48" y="29"/>
                  <a:pt x="47" y="30"/>
                </a:cubicBezTo>
                <a:cubicBezTo>
                  <a:pt x="48" y="30"/>
                  <a:pt x="49" y="31"/>
                  <a:pt x="50" y="31"/>
                </a:cubicBezTo>
                <a:cubicBezTo>
                  <a:pt x="56" y="33"/>
                  <a:pt x="62" y="35"/>
                  <a:pt x="69" y="35"/>
                </a:cubicBezTo>
                <a:cubicBezTo>
                  <a:pt x="69" y="12"/>
                  <a:pt x="69" y="12"/>
                  <a:pt x="69" y="12"/>
                </a:cubicBezTo>
                <a:close/>
                <a:moveTo>
                  <a:pt x="48" y="16"/>
                </a:moveTo>
                <a:cubicBezTo>
                  <a:pt x="48" y="16"/>
                  <a:pt x="48" y="16"/>
                  <a:pt x="48" y="16"/>
                </a:cubicBezTo>
                <a:cubicBezTo>
                  <a:pt x="44" y="18"/>
                  <a:pt x="39" y="21"/>
                  <a:pt x="36" y="23"/>
                </a:cubicBezTo>
                <a:cubicBezTo>
                  <a:pt x="37" y="25"/>
                  <a:pt x="39" y="26"/>
                  <a:pt x="41" y="27"/>
                </a:cubicBezTo>
                <a:cubicBezTo>
                  <a:pt x="42" y="26"/>
                  <a:pt x="43" y="25"/>
                  <a:pt x="43" y="24"/>
                </a:cubicBezTo>
                <a:cubicBezTo>
                  <a:pt x="45" y="21"/>
                  <a:pt x="46" y="19"/>
                  <a:pt x="48" y="16"/>
                </a:cubicBezTo>
                <a:close/>
                <a:moveTo>
                  <a:pt x="30" y="28"/>
                </a:moveTo>
                <a:cubicBezTo>
                  <a:pt x="30" y="28"/>
                  <a:pt x="30" y="28"/>
                  <a:pt x="30" y="28"/>
                </a:cubicBezTo>
                <a:cubicBezTo>
                  <a:pt x="30" y="28"/>
                  <a:pt x="29" y="29"/>
                  <a:pt x="29" y="29"/>
                </a:cubicBezTo>
                <a:cubicBezTo>
                  <a:pt x="18" y="40"/>
                  <a:pt x="12" y="54"/>
                  <a:pt x="11" y="69"/>
                </a:cubicBezTo>
                <a:cubicBezTo>
                  <a:pt x="32" y="69"/>
                  <a:pt x="32" y="69"/>
                  <a:pt x="32" y="69"/>
                </a:cubicBezTo>
                <a:cubicBezTo>
                  <a:pt x="32" y="56"/>
                  <a:pt x="35" y="44"/>
                  <a:pt x="39" y="33"/>
                </a:cubicBezTo>
                <a:cubicBezTo>
                  <a:pt x="36" y="32"/>
                  <a:pt x="33" y="30"/>
                  <a:pt x="30" y="28"/>
                </a:cubicBezTo>
                <a:close/>
                <a:moveTo>
                  <a:pt x="99" y="36"/>
                </a:moveTo>
                <a:cubicBezTo>
                  <a:pt x="99" y="36"/>
                  <a:pt x="99" y="36"/>
                  <a:pt x="99" y="36"/>
                </a:cubicBezTo>
                <a:cubicBezTo>
                  <a:pt x="98" y="37"/>
                  <a:pt x="97" y="37"/>
                  <a:pt x="96" y="37"/>
                </a:cubicBezTo>
                <a:cubicBezTo>
                  <a:pt x="90" y="40"/>
                  <a:pt x="83" y="41"/>
                  <a:pt x="75" y="42"/>
                </a:cubicBezTo>
                <a:cubicBezTo>
                  <a:pt x="75" y="69"/>
                  <a:pt x="75" y="69"/>
                  <a:pt x="75" y="69"/>
                </a:cubicBezTo>
                <a:cubicBezTo>
                  <a:pt x="105" y="69"/>
                  <a:pt x="105" y="69"/>
                  <a:pt x="105" y="69"/>
                </a:cubicBezTo>
                <a:cubicBezTo>
                  <a:pt x="105" y="57"/>
                  <a:pt x="103" y="46"/>
                  <a:pt x="99" y="36"/>
                </a:cubicBezTo>
                <a:close/>
                <a:moveTo>
                  <a:pt x="69" y="42"/>
                </a:moveTo>
                <a:cubicBezTo>
                  <a:pt x="69" y="42"/>
                  <a:pt x="69" y="42"/>
                  <a:pt x="69" y="42"/>
                </a:cubicBezTo>
                <a:cubicBezTo>
                  <a:pt x="61" y="41"/>
                  <a:pt x="54" y="40"/>
                  <a:pt x="48" y="37"/>
                </a:cubicBezTo>
                <a:cubicBezTo>
                  <a:pt x="47" y="37"/>
                  <a:pt x="46" y="37"/>
                  <a:pt x="45" y="36"/>
                </a:cubicBezTo>
                <a:cubicBezTo>
                  <a:pt x="41" y="46"/>
                  <a:pt x="39" y="57"/>
                  <a:pt x="39" y="69"/>
                </a:cubicBezTo>
                <a:cubicBezTo>
                  <a:pt x="69" y="69"/>
                  <a:pt x="69" y="69"/>
                  <a:pt x="69" y="69"/>
                </a:cubicBezTo>
                <a:cubicBezTo>
                  <a:pt x="69" y="42"/>
                  <a:pt x="69" y="42"/>
                  <a:pt x="69" y="4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accent2"/>
              </a:solidFill>
            </a:endParaRPr>
          </a:p>
        </p:txBody>
      </p:sp>
      <p:sp>
        <p:nvSpPr>
          <p:cNvPr id="24628" name="Rectangle 52"/>
          <p:cNvSpPr>
            <a:spLocks noChangeArrowheads="1"/>
          </p:cNvSpPr>
          <p:nvPr/>
        </p:nvSpPr>
        <p:spPr bwMode="auto">
          <a:xfrm>
            <a:off x="3059114" y="3347483"/>
            <a:ext cx="674687" cy="214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zh-CN" sz="8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Option 01</a:t>
            </a:r>
          </a:p>
        </p:txBody>
      </p:sp>
      <p:sp>
        <p:nvSpPr>
          <p:cNvPr id="24629" name="Rectangle 53"/>
          <p:cNvSpPr>
            <a:spLocks noChangeArrowheads="1"/>
          </p:cNvSpPr>
          <p:nvPr/>
        </p:nvSpPr>
        <p:spPr bwMode="auto">
          <a:xfrm>
            <a:off x="3059114" y="3714309"/>
            <a:ext cx="674687" cy="2143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zh-CN" sz="8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Option 02</a:t>
            </a:r>
          </a:p>
        </p:txBody>
      </p:sp>
      <p:sp>
        <p:nvSpPr>
          <p:cNvPr id="24630" name="Rectangle 54"/>
          <p:cNvSpPr>
            <a:spLocks noChangeArrowheads="1"/>
          </p:cNvSpPr>
          <p:nvPr/>
        </p:nvSpPr>
        <p:spPr bwMode="auto">
          <a:xfrm>
            <a:off x="5414964" y="1975460"/>
            <a:ext cx="674687" cy="214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zh-CN" sz="8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Option 03</a:t>
            </a:r>
          </a:p>
        </p:txBody>
      </p:sp>
      <p:sp>
        <p:nvSpPr>
          <p:cNvPr id="24631" name="Rectangle 55"/>
          <p:cNvSpPr>
            <a:spLocks noChangeArrowheads="1"/>
          </p:cNvSpPr>
          <p:nvPr/>
        </p:nvSpPr>
        <p:spPr bwMode="auto">
          <a:xfrm>
            <a:off x="5414964" y="2342286"/>
            <a:ext cx="674687" cy="2143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zh-CN" sz="8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Option 04</a:t>
            </a:r>
          </a:p>
        </p:txBody>
      </p:sp>
      <p:sp>
        <p:nvSpPr>
          <p:cNvPr id="48" name="Rectangle 39"/>
          <p:cNvSpPr>
            <a:spLocks noChangeArrowheads="1"/>
          </p:cNvSpPr>
          <p:nvPr/>
        </p:nvSpPr>
        <p:spPr bwMode="auto">
          <a:xfrm>
            <a:off x="416159" y="278281"/>
            <a:ext cx="2778059" cy="307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buFont typeface="Arial" pitchFamily="34" charset="0"/>
              <a:buNone/>
            </a:pP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选题背景与研究意义</a:t>
            </a:r>
          </a:p>
        </p:txBody>
      </p:sp>
      <p:grpSp>
        <p:nvGrpSpPr>
          <p:cNvPr id="49" name="组合 48"/>
          <p:cNvGrpSpPr/>
          <p:nvPr/>
        </p:nvGrpSpPr>
        <p:grpSpPr>
          <a:xfrm>
            <a:off x="416158" y="699542"/>
            <a:ext cx="899592" cy="56017"/>
            <a:chOff x="0" y="2842590"/>
            <a:chExt cx="7054752" cy="89199"/>
          </a:xfrm>
        </p:grpSpPr>
        <p:sp>
          <p:nvSpPr>
            <p:cNvPr id="50" name="矩形 49"/>
            <p:cNvSpPr/>
            <p:nvPr/>
          </p:nvSpPr>
          <p:spPr>
            <a:xfrm>
              <a:off x="0" y="2842590"/>
              <a:ext cx="1763688" cy="891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矩形 50"/>
            <p:cNvSpPr/>
            <p:nvPr/>
          </p:nvSpPr>
          <p:spPr>
            <a:xfrm>
              <a:off x="1763688" y="2842590"/>
              <a:ext cx="1763688" cy="891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 51"/>
            <p:cNvSpPr/>
            <p:nvPr/>
          </p:nvSpPr>
          <p:spPr>
            <a:xfrm>
              <a:off x="3527376" y="2842590"/>
              <a:ext cx="1763688" cy="8919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矩形 52"/>
            <p:cNvSpPr/>
            <p:nvPr/>
          </p:nvSpPr>
          <p:spPr>
            <a:xfrm>
              <a:off x="5291064" y="2842590"/>
              <a:ext cx="1763688" cy="891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4DCD6CE0-800A-6B78-E240-F71F9030A1FB}"/>
              </a:ext>
            </a:extLst>
          </p:cNvPr>
          <p:cNvSpPr txBox="1"/>
          <p:nvPr/>
        </p:nvSpPr>
        <p:spPr>
          <a:xfrm>
            <a:off x="420689" y="1856062"/>
            <a:ext cx="1663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需求工程痛点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4F1A752-752C-A7A5-A5B2-66341AD05F29}"/>
              </a:ext>
            </a:extLst>
          </p:cNvPr>
          <p:cNvSpPr txBox="1"/>
          <p:nvPr/>
        </p:nvSpPr>
        <p:spPr>
          <a:xfrm>
            <a:off x="445352" y="3173291"/>
            <a:ext cx="1663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技术发展机遇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09DEE8A-560D-C650-8853-F90A1E517A59}"/>
              </a:ext>
            </a:extLst>
          </p:cNvPr>
          <p:cNvSpPr txBox="1"/>
          <p:nvPr/>
        </p:nvSpPr>
        <p:spPr>
          <a:xfrm>
            <a:off x="7272351" y="3187765"/>
            <a:ext cx="1663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需求工程痛点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46C01FC-CE16-E01B-67B9-1D2713EF1187}"/>
              </a:ext>
            </a:extLst>
          </p:cNvPr>
          <p:cNvSpPr txBox="1"/>
          <p:nvPr/>
        </p:nvSpPr>
        <p:spPr>
          <a:xfrm>
            <a:off x="7272351" y="1856062"/>
            <a:ext cx="1663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单模型局限</a:t>
            </a:r>
          </a:p>
        </p:txBody>
      </p:sp>
      <p:sp>
        <p:nvSpPr>
          <p:cNvPr id="11" name="Rectangle 49">
            <a:extLst>
              <a:ext uri="{FF2B5EF4-FFF2-40B4-BE49-F238E27FC236}">
                <a16:creationId xmlns:a16="http://schemas.microsoft.com/office/drawing/2014/main" id="{1BFA0778-48CA-1A92-BBB9-F942604AC7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506" y="3560309"/>
            <a:ext cx="2531705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r"/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</a:rPr>
              <a:t>大语言模型具备需求理解、文本生成和代码理解能力，为需求分析自动化提供基础。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1"/>
          <p:cNvSpPr/>
          <p:nvPr/>
        </p:nvSpPr>
        <p:spPr bwMode="auto">
          <a:xfrm>
            <a:off x="3575845" y="1792523"/>
            <a:ext cx="974725" cy="973438"/>
          </a:xfrm>
          <a:custGeom>
            <a:avLst/>
            <a:gdLst>
              <a:gd name="T0" fmla="*/ 282 w 565"/>
              <a:gd name="T1" fmla="*/ 0 h 565"/>
              <a:gd name="T2" fmla="*/ 0 w 565"/>
              <a:gd name="T3" fmla="*/ 0 h 565"/>
              <a:gd name="T4" fmla="*/ 0 w 565"/>
              <a:gd name="T5" fmla="*/ 283 h 565"/>
              <a:gd name="T6" fmla="*/ 282 w 565"/>
              <a:gd name="T7" fmla="*/ 565 h 565"/>
              <a:gd name="T8" fmla="*/ 565 w 565"/>
              <a:gd name="T9" fmla="*/ 565 h 565"/>
              <a:gd name="T10" fmla="*/ 565 w 565"/>
              <a:gd name="T11" fmla="*/ 283 h 565"/>
              <a:gd name="T12" fmla="*/ 282 w 565"/>
              <a:gd name="T13" fmla="*/ 0 h 5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65" h="565">
                <a:moveTo>
                  <a:pt x="282" y="0"/>
                </a:moveTo>
                <a:cubicBezTo>
                  <a:pt x="0" y="0"/>
                  <a:pt x="0" y="0"/>
                  <a:pt x="0" y="0"/>
                </a:cubicBezTo>
                <a:cubicBezTo>
                  <a:pt x="0" y="283"/>
                  <a:pt x="0" y="283"/>
                  <a:pt x="0" y="283"/>
                </a:cubicBezTo>
                <a:cubicBezTo>
                  <a:pt x="0" y="439"/>
                  <a:pt x="126" y="565"/>
                  <a:pt x="282" y="565"/>
                </a:cubicBezTo>
                <a:cubicBezTo>
                  <a:pt x="565" y="565"/>
                  <a:pt x="565" y="565"/>
                  <a:pt x="565" y="565"/>
                </a:cubicBezTo>
                <a:cubicBezTo>
                  <a:pt x="565" y="283"/>
                  <a:pt x="565" y="283"/>
                  <a:pt x="565" y="283"/>
                </a:cubicBezTo>
                <a:cubicBezTo>
                  <a:pt x="565" y="127"/>
                  <a:pt x="438" y="0"/>
                  <a:pt x="28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Freeform 22"/>
          <p:cNvSpPr/>
          <p:nvPr/>
        </p:nvSpPr>
        <p:spPr bwMode="auto">
          <a:xfrm>
            <a:off x="4588670" y="1792523"/>
            <a:ext cx="973137" cy="973438"/>
          </a:xfrm>
          <a:custGeom>
            <a:avLst/>
            <a:gdLst>
              <a:gd name="T0" fmla="*/ 283 w 565"/>
              <a:gd name="T1" fmla="*/ 0 h 565"/>
              <a:gd name="T2" fmla="*/ 565 w 565"/>
              <a:gd name="T3" fmla="*/ 0 h 565"/>
              <a:gd name="T4" fmla="*/ 565 w 565"/>
              <a:gd name="T5" fmla="*/ 283 h 565"/>
              <a:gd name="T6" fmla="*/ 283 w 565"/>
              <a:gd name="T7" fmla="*/ 565 h 565"/>
              <a:gd name="T8" fmla="*/ 0 w 565"/>
              <a:gd name="T9" fmla="*/ 565 h 565"/>
              <a:gd name="T10" fmla="*/ 0 w 565"/>
              <a:gd name="T11" fmla="*/ 283 h 565"/>
              <a:gd name="T12" fmla="*/ 283 w 565"/>
              <a:gd name="T13" fmla="*/ 0 h 5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65" h="565">
                <a:moveTo>
                  <a:pt x="283" y="0"/>
                </a:moveTo>
                <a:cubicBezTo>
                  <a:pt x="565" y="0"/>
                  <a:pt x="565" y="0"/>
                  <a:pt x="565" y="0"/>
                </a:cubicBezTo>
                <a:cubicBezTo>
                  <a:pt x="565" y="283"/>
                  <a:pt x="565" y="283"/>
                  <a:pt x="565" y="283"/>
                </a:cubicBezTo>
                <a:cubicBezTo>
                  <a:pt x="565" y="439"/>
                  <a:pt x="439" y="565"/>
                  <a:pt x="283" y="565"/>
                </a:cubicBezTo>
                <a:cubicBezTo>
                  <a:pt x="0" y="565"/>
                  <a:pt x="0" y="565"/>
                  <a:pt x="0" y="565"/>
                </a:cubicBezTo>
                <a:cubicBezTo>
                  <a:pt x="0" y="283"/>
                  <a:pt x="0" y="283"/>
                  <a:pt x="0" y="283"/>
                </a:cubicBezTo>
                <a:cubicBezTo>
                  <a:pt x="0" y="127"/>
                  <a:pt x="127" y="0"/>
                  <a:pt x="28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Freeform 23"/>
          <p:cNvSpPr/>
          <p:nvPr/>
        </p:nvSpPr>
        <p:spPr bwMode="auto">
          <a:xfrm>
            <a:off x="3575845" y="2805661"/>
            <a:ext cx="974725" cy="973438"/>
          </a:xfrm>
          <a:custGeom>
            <a:avLst/>
            <a:gdLst>
              <a:gd name="T0" fmla="*/ 282 w 565"/>
              <a:gd name="T1" fmla="*/ 565 h 565"/>
              <a:gd name="T2" fmla="*/ 0 w 565"/>
              <a:gd name="T3" fmla="*/ 565 h 565"/>
              <a:gd name="T4" fmla="*/ 0 w 565"/>
              <a:gd name="T5" fmla="*/ 283 h 565"/>
              <a:gd name="T6" fmla="*/ 282 w 565"/>
              <a:gd name="T7" fmla="*/ 0 h 565"/>
              <a:gd name="T8" fmla="*/ 565 w 565"/>
              <a:gd name="T9" fmla="*/ 0 h 565"/>
              <a:gd name="T10" fmla="*/ 565 w 565"/>
              <a:gd name="T11" fmla="*/ 283 h 565"/>
              <a:gd name="T12" fmla="*/ 282 w 565"/>
              <a:gd name="T13" fmla="*/ 565 h 5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65" h="565">
                <a:moveTo>
                  <a:pt x="282" y="565"/>
                </a:moveTo>
                <a:cubicBezTo>
                  <a:pt x="0" y="565"/>
                  <a:pt x="0" y="565"/>
                  <a:pt x="0" y="565"/>
                </a:cubicBezTo>
                <a:cubicBezTo>
                  <a:pt x="0" y="283"/>
                  <a:pt x="0" y="283"/>
                  <a:pt x="0" y="283"/>
                </a:cubicBezTo>
                <a:cubicBezTo>
                  <a:pt x="0" y="127"/>
                  <a:pt x="126" y="0"/>
                  <a:pt x="282" y="0"/>
                </a:cubicBezTo>
                <a:cubicBezTo>
                  <a:pt x="565" y="0"/>
                  <a:pt x="565" y="0"/>
                  <a:pt x="565" y="0"/>
                </a:cubicBezTo>
                <a:cubicBezTo>
                  <a:pt x="565" y="283"/>
                  <a:pt x="565" y="283"/>
                  <a:pt x="565" y="283"/>
                </a:cubicBezTo>
                <a:cubicBezTo>
                  <a:pt x="565" y="439"/>
                  <a:pt x="438" y="565"/>
                  <a:pt x="282" y="56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Freeform 24"/>
          <p:cNvSpPr/>
          <p:nvPr/>
        </p:nvSpPr>
        <p:spPr bwMode="auto">
          <a:xfrm>
            <a:off x="4588670" y="2805661"/>
            <a:ext cx="973137" cy="973438"/>
          </a:xfrm>
          <a:custGeom>
            <a:avLst/>
            <a:gdLst>
              <a:gd name="T0" fmla="*/ 283 w 565"/>
              <a:gd name="T1" fmla="*/ 565 h 565"/>
              <a:gd name="T2" fmla="*/ 565 w 565"/>
              <a:gd name="T3" fmla="*/ 565 h 565"/>
              <a:gd name="T4" fmla="*/ 565 w 565"/>
              <a:gd name="T5" fmla="*/ 283 h 565"/>
              <a:gd name="T6" fmla="*/ 283 w 565"/>
              <a:gd name="T7" fmla="*/ 0 h 565"/>
              <a:gd name="T8" fmla="*/ 0 w 565"/>
              <a:gd name="T9" fmla="*/ 0 h 565"/>
              <a:gd name="T10" fmla="*/ 0 w 565"/>
              <a:gd name="T11" fmla="*/ 283 h 565"/>
              <a:gd name="T12" fmla="*/ 283 w 565"/>
              <a:gd name="T13" fmla="*/ 565 h 5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65" h="565">
                <a:moveTo>
                  <a:pt x="283" y="565"/>
                </a:moveTo>
                <a:cubicBezTo>
                  <a:pt x="565" y="565"/>
                  <a:pt x="565" y="565"/>
                  <a:pt x="565" y="565"/>
                </a:cubicBezTo>
                <a:cubicBezTo>
                  <a:pt x="565" y="283"/>
                  <a:pt x="565" y="283"/>
                  <a:pt x="565" y="283"/>
                </a:cubicBezTo>
                <a:cubicBezTo>
                  <a:pt x="565" y="127"/>
                  <a:pt x="439" y="0"/>
                  <a:pt x="28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83"/>
                  <a:pt x="0" y="283"/>
                  <a:pt x="0" y="283"/>
                </a:cubicBezTo>
                <a:cubicBezTo>
                  <a:pt x="0" y="439"/>
                  <a:pt x="127" y="565"/>
                  <a:pt x="283" y="56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Rectangle 25"/>
          <p:cNvSpPr>
            <a:spLocks noChangeArrowheads="1"/>
          </p:cNvSpPr>
          <p:nvPr/>
        </p:nvSpPr>
        <p:spPr bwMode="auto">
          <a:xfrm>
            <a:off x="3954116" y="1960851"/>
            <a:ext cx="235642" cy="6157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zh-CN" altLang="zh-CN" sz="4000" dirty="0">
                <a:solidFill>
                  <a:srgbClr val="FFFFFF"/>
                </a:solidFill>
                <a:latin typeface="+mj-lt"/>
              </a:rPr>
              <a:t>S</a:t>
            </a:r>
            <a:endParaRPr lang="zh-CN" altLang="zh-CN" sz="4000" dirty="0">
              <a:latin typeface="+mj-lt"/>
            </a:endParaRPr>
          </a:p>
        </p:txBody>
      </p:sp>
      <p:sp>
        <p:nvSpPr>
          <p:cNvPr id="7" name="Rectangle 26"/>
          <p:cNvSpPr>
            <a:spLocks noChangeArrowheads="1"/>
          </p:cNvSpPr>
          <p:nvPr/>
        </p:nvSpPr>
        <p:spPr bwMode="auto">
          <a:xfrm>
            <a:off x="4806328" y="1960851"/>
            <a:ext cx="456856" cy="6157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zh-CN" altLang="zh-CN" sz="4000" dirty="0">
                <a:solidFill>
                  <a:srgbClr val="FFFFFF"/>
                </a:solidFill>
                <a:latin typeface="+mj-lt"/>
              </a:rPr>
              <a:t>W</a:t>
            </a:r>
            <a:endParaRPr lang="zh-CN" altLang="zh-CN" sz="4000" dirty="0">
              <a:latin typeface="+mj-lt"/>
            </a:endParaRPr>
          </a:p>
        </p:txBody>
      </p:sp>
      <p:sp>
        <p:nvSpPr>
          <p:cNvPr id="8" name="Rectangle 27"/>
          <p:cNvSpPr>
            <a:spLocks noChangeArrowheads="1"/>
          </p:cNvSpPr>
          <p:nvPr/>
        </p:nvSpPr>
        <p:spPr bwMode="auto">
          <a:xfrm>
            <a:off x="3927420" y="2913644"/>
            <a:ext cx="339837" cy="6157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zh-CN" altLang="zh-CN" sz="4000">
                <a:solidFill>
                  <a:srgbClr val="FFFFFF"/>
                </a:solidFill>
                <a:latin typeface="+mj-lt"/>
              </a:rPr>
              <a:t>O</a:t>
            </a:r>
            <a:endParaRPr lang="zh-CN" altLang="zh-CN" sz="4000">
              <a:latin typeface="+mj-lt"/>
            </a:endParaRPr>
          </a:p>
        </p:txBody>
      </p:sp>
      <p:sp>
        <p:nvSpPr>
          <p:cNvPr id="9" name="Rectangle 28"/>
          <p:cNvSpPr>
            <a:spLocks noChangeArrowheads="1"/>
          </p:cNvSpPr>
          <p:nvPr/>
        </p:nvSpPr>
        <p:spPr bwMode="auto">
          <a:xfrm>
            <a:off x="4929567" y="2913644"/>
            <a:ext cx="250069" cy="6157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zh-CN" altLang="zh-CN" sz="4000" dirty="0">
                <a:solidFill>
                  <a:srgbClr val="FFFFFF"/>
                </a:solidFill>
                <a:latin typeface="+mj-lt"/>
              </a:rPr>
              <a:t>T</a:t>
            </a:r>
            <a:endParaRPr lang="zh-CN" altLang="zh-CN" sz="4000" dirty="0">
              <a:latin typeface="+mj-lt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4320209" y="2536523"/>
            <a:ext cx="503582" cy="503737"/>
          </a:xfrm>
          <a:prstGeom prst="ellipse">
            <a:avLst/>
          </a:prstGeom>
          <a:solidFill>
            <a:schemeClr val="bg1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Freeform 6"/>
          <p:cNvSpPr>
            <a:spLocks noEditPoints="1"/>
          </p:cNvSpPr>
          <p:nvPr/>
        </p:nvSpPr>
        <p:spPr bwMode="auto">
          <a:xfrm>
            <a:off x="4440358" y="2687553"/>
            <a:ext cx="263284" cy="201676"/>
          </a:xfrm>
          <a:custGeom>
            <a:avLst/>
            <a:gdLst>
              <a:gd name="T0" fmla="*/ 218 w 235"/>
              <a:gd name="T1" fmla="*/ 76 h 180"/>
              <a:gd name="T2" fmla="*/ 230 w 235"/>
              <a:gd name="T3" fmla="*/ 106 h 180"/>
              <a:gd name="T4" fmla="*/ 206 w 235"/>
              <a:gd name="T5" fmla="*/ 107 h 180"/>
              <a:gd name="T6" fmla="*/ 117 w 235"/>
              <a:gd name="T7" fmla="*/ 180 h 180"/>
              <a:gd name="T8" fmla="*/ 54 w 235"/>
              <a:gd name="T9" fmla="*/ 154 h 180"/>
              <a:gd name="T10" fmla="*/ 66 w 235"/>
              <a:gd name="T11" fmla="*/ 141 h 180"/>
              <a:gd name="T12" fmla="*/ 117 w 235"/>
              <a:gd name="T13" fmla="*/ 162 h 180"/>
              <a:gd name="T14" fmla="*/ 187 w 235"/>
              <a:gd name="T15" fmla="*/ 107 h 180"/>
              <a:gd name="T16" fmla="*/ 162 w 235"/>
              <a:gd name="T17" fmla="*/ 99 h 180"/>
              <a:gd name="T18" fmla="*/ 178 w 235"/>
              <a:gd name="T19" fmla="*/ 76 h 180"/>
              <a:gd name="T20" fmla="*/ 203 w 235"/>
              <a:gd name="T21" fmla="*/ 58 h 180"/>
              <a:gd name="T22" fmla="*/ 204 w 235"/>
              <a:gd name="T23" fmla="*/ 87 h 180"/>
              <a:gd name="T24" fmla="*/ 198 w 235"/>
              <a:gd name="T25" fmla="*/ 79 h 180"/>
              <a:gd name="T26" fmla="*/ 190 w 235"/>
              <a:gd name="T27" fmla="*/ 90 h 180"/>
              <a:gd name="T28" fmla="*/ 199 w 235"/>
              <a:gd name="T29" fmla="*/ 90 h 180"/>
              <a:gd name="T30" fmla="*/ 204 w 235"/>
              <a:gd name="T31" fmla="*/ 87 h 180"/>
              <a:gd name="T32" fmla="*/ 30 w 235"/>
              <a:gd name="T33" fmla="*/ 120 h 180"/>
              <a:gd name="T34" fmla="*/ 44 w 235"/>
              <a:gd name="T35" fmla="*/ 120 h 180"/>
              <a:gd name="T36" fmla="*/ 71 w 235"/>
              <a:gd name="T37" fmla="*/ 87 h 180"/>
              <a:gd name="T38" fmla="*/ 73 w 235"/>
              <a:gd name="T39" fmla="*/ 81 h 180"/>
              <a:gd name="T40" fmla="*/ 47 w 235"/>
              <a:gd name="T41" fmla="*/ 72 h 180"/>
              <a:gd name="T42" fmla="*/ 117 w 235"/>
              <a:gd name="T43" fmla="*/ 18 h 180"/>
              <a:gd name="T44" fmla="*/ 168 w 235"/>
              <a:gd name="T45" fmla="*/ 39 h 180"/>
              <a:gd name="T46" fmla="*/ 180 w 235"/>
              <a:gd name="T47" fmla="*/ 26 h 180"/>
              <a:gd name="T48" fmla="*/ 117 w 235"/>
              <a:gd name="T49" fmla="*/ 0 h 180"/>
              <a:gd name="T50" fmla="*/ 29 w 235"/>
              <a:gd name="T51" fmla="*/ 72 h 180"/>
              <a:gd name="T52" fmla="*/ 4 w 235"/>
              <a:gd name="T53" fmla="*/ 74 h 180"/>
              <a:gd name="T54" fmla="*/ 16 w 235"/>
              <a:gd name="T55" fmla="*/ 104 h 180"/>
              <a:gd name="T56" fmla="*/ 30 w 235"/>
              <a:gd name="T57" fmla="*/ 93 h 180"/>
              <a:gd name="T58" fmla="*/ 29 w 235"/>
              <a:gd name="T59" fmla="*/ 90 h 180"/>
              <a:gd name="T60" fmla="*/ 37 w 235"/>
              <a:gd name="T61" fmla="*/ 90 h 180"/>
              <a:gd name="T62" fmla="*/ 43 w 235"/>
              <a:gd name="T63" fmla="*/ 93 h 180"/>
              <a:gd name="T64" fmla="*/ 30 w 235"/>
              <a:gd name="T65" fmla="*/ 93 h 1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5" h="180">
                <a:moveTo>
                  <a:pt x="205" y="60"/>
                </a:moveTo>
                <a:cubicBezTo>
                  <a:pt x="218" y="76"/>
                  <a:pt x="218" y="76"/>
                  <a:pt x="218" y="76"/>
                </a:cubicBezTo>
                <a:cubicBezTo>
                  <a:pt x="232" y="93"/>
                  <a:pt x="232" y="93"/>
                  <a:pt x="232" y="93"/>
                </a:cubicBezTo>
                <a:cubicBezTo>
                  <a:pt x="235" y="97"/>
                  <a:pt x="234" y="103"/>
                  <a:pt x="230" y="106"/>
                </a:cubicBezTo>
                <a:cubicBezTo>
                  <a:pt x="228" y="107"/>
                  <a:pt x="226" y="108"/>
                  <a:pt x="224" y="107"/>
                </a:cubicBezTo>
                <a:cubicBezTo>
                  <a:pt x="206" y="107"/>
                  <a:pt x="206" y="107"/>
                  <a:pt x="206" y="107"/>
                </a:cubicBezTo>
                <a:cubicBezTo>
                  <a:pt x="202" y="127"/>
                  <a:pt x="192" y="144"/>
                  <a:pt x="177" y="157"/>
                </a:cubicBezTo>
                <a:cubicBezTo>
                  <a:pt x="162" y="171"/>
                  <a:pt x="140" y="180"/>
                  <a:pt x="117" y="180"/>
                </a:cubicBezTo>
                <a:cubicBezTo>
                  <a:pt x="105" y="180"/>
                  <a:pt x="94" y="177"/>
                  <a:pt x="83" y="173"/>
                </a:cubicBezTo>
                <a:cubicBezTo>
                  <a:pt x="72" y="168"/>
                  <a:pt x="62" y="162"/>
                  <a:pt x="54" y="154"/>
                </a:cubicBezTo>
                <a:cubicBezTo>
                  <a:pt x="50" y="150"/>
                  <a:pt x="50" y="144"/>
                  <a:pt x="54" y="141"/>
                </a:cubicBezTo>
                <a:cubicBezTo>
                  <a:pt x="57" y="137"/>
                  <a:pt x="63" y="137"/>
                  <a:pt x="66" y="141"/>
                </a:cubicBezTo>
                <a:cubicBezTo>
                  <a:pt x="73" y="148"/>
                  <a:pt x="81" y="153"/>
                  <a:pt x="90" y="157"/>
                </a:cubicBezTo>
                <a:cubicBezTo>
                  <a:pt x="98" y="160"/>
                  <a:pt x="108" y="162"/>
                  <a:pt x="117" y="162"/>
                </a:cubicBezTo>
                <a:cubicBezTo>
                  <a:pt x="136" y="162"/>
                  <a:pt x="153" y="155"/>
                  <a:pt x="166" y="144"/>
                </a:cubicBezTo>
                <a:cubicBezTo>
                  <a:pt x="176" y="134"/>
                  <a:pt x="184" y="122"/>
                  <a:pt x="187" y="107"/>
                </a:cubicBezTo>
                <a:cubicBezTo>
                  <a:pt x="171" y="107"/>
                  <a:pt x="171" y="107"/>
                  <a:pt x="171" y="107"/>
                </a:cubicBezTo>
                <a:cubicBezTo>
                  <a:pt x="166" y="107"/>
                  <a:pt x="162" y="104"/>
                  <a:pt x="162" y="99"/>
                </a:cubicBezTo>
                <a:cubicBezTo>
                  <a:pt x="162" y="96"/>
                  <a:pt x="163" y="95"/>
                  <a:pt x="164" y="93"/>
                </a:cubicBezTo>
                <a:cubicBezTo>
                  <a:pt x="178" y="76"/>
                  <a:pt x="178" y="76"/>
                  <a:pt x="178" y="76"/>
                </a:cubicBezTo>
                <a:cubicBezTo>
                  <a:pt x="191" y="59"/>
                  <a:pt x="191" y="59"/>
                  <a:pt x="191" y="59"/>
                </a:cubicBezTo>
                <a:cubicBezTo>
                  <a:pt x="194" y="56"/>
                  <a:pt x="200" y="55"/>
                  <a:pt x="203" y="58"/>
                </a:cubicBezTo>
                <a:cubicBezTo>
                  <a:pt x="204" y="58"/>
                  <a:pt x="205" y="59"/>
                  <a:pt x="205" y="60"/>
                </a:cubicBezTo>
                <a:close/>
                <a:moveTo>
                  <a:pt x="204" y="87"/>
                </a:moveTo>
                <a:cubicBezTo>
                  <a:pt x="204" y="87"/>
                  <a:pt x="204" y="87"/>
                  <a:pt x="204" y="87"/>
                </a:cubicBezTo>
                <a:cubicBezTo>
                  <a:pt x="198" y="79"/>
                  <a:pt x="198" y="79"/>
                  <a:pt x="198" y="79"/>
                </a:cubicBezTo>
                <a:cubicBezTo>
                  <a:pt x="192" y="87"/>
                  <a:pt x="192" y="87"/>
                  <a:pt x="192" y="87"/>
                </a:cubicBezTo>
                <a:cubicBezTo>
                  <a:pt x="190" y="90"/>
                  <a:pt x="190" y="90"/>
                  <a:pt x="190" y="90"/>
                </a:cubicBezTo>
                <a:cubicBezTo>
                  <a:pt x="198" y="90"/>
                  <a:pt x="198" y="90"/>
                  <a:pt x="198" y="90"/>
                </a:cubicBezTo>
                <a:cubicBezTo>
                  <a:pt x="198" y="90"/>
                  <a:pt x="198" y="90"/>
                  <a:pt x="199" y="90"/>
                </a:cubicBezTo>
                <a:cubicBezTo>
                  <a:pt x="206" y="90"/>
                  <a:pt x="206" y="90"/>
                  <a:pt x="206" y="90"/>
                </a:cubicBezTo>
                <a:cubicBezTo>
                  <a:pt x="204" y="87"/>
                  <a:pt x="204" y="87"/>
                  <a:pt x="204" y="87"/>
                </a:cubicBezTo>
                <a:close/>
                <a:moveTo>
                  <a:pt x="30" y="120"/>
                </a:moveTo>
                <a:cubicBezTo>
                  <a:pt x="30" y="120"/>
                  <a:pt x="30" y="120"/>
                  <a:pt x="30" y="120"/>
                </a:cubicBezTo>
                <a:cubicBezTo>
                  <a:pt x="30" y="121"/>
                  <a:pt x="31" y="121"/>
                  <a:pt x="31" y="122"/>
                </a:cubicBezTo>
                <a:cubicBezTo>
                  <a:pt x="35" y="125"/>
                  <a:pt x="41" y="124"/>
                  <a:pt x="44" y="120"/>
                </a:cubicBezTo>
                <a:cubicBezTo>
                  <a:pt x="57" y="104"/>
                  <a:pt x="57" y="104"/>
                  <a:pt x="57" y="104"/>
                </a:cubicBezTo>
                <a:cubicBezTo>
                  <a:pt x="71" y="87"/>
                  <a:pt x="71" y="87"/>
                  <a:pt x="71" y="87"/>
                </a:cubicBezTo>
                <a:cubicBezTo>
                  <a:pt x="71" y="87"/>
                  <a:pt x="71" y="87"/>
                  <a:pt x="71" y="87"/>
                </a:cubicBezTo>
                <a:cubicBezTo>
                  <a:pt x="72" y="85"/>
                  <a:pt x="73" y="83"/>
                  <a:pt x="73" y="81"/>
                </a:cubicBezTo>
                <a:cubicBezTo>
                  <a:pt x="73" y="76"/>
                  <a:pt x="68" y="72"/>
                  <a:pt x="64" y="72"/>
                </a:cubicBezTo>
                <a:cubicBezTo>
                  <a:pt x="47" y="72"/>
                  <a:pt x="47" y="72"/>
                  <a:pt x="47" y="72"/>
                </a:cubicBezTo>
                <a:cubicBezTo>
                  <a:pt x="51" y="58"/>
                  <a:pt x="58" y="45"/>
                  <a:pt x="69" y="36"/>
                </a:cubicBezTo>
                <a:cubicBezTo>
                  <a:pt x="82" y="25"/>
                  <a:pt x="98" y="18"/>
                  <a:pt x="117" y="18"/>
                </a:cubicBezTo>
                <a:cubicBezTo>
                  <a:pt x="127" y="18"/>
                  <a:pt x="136" y="20"/>
                  <a:pt x="144" y="23"/>
                </a:cubicBezTo>
                <a:cubicBezTo>
                  <a:pt x="153" y="27"/>
                  <a:pt x="161" y="32"/>
                  <a:pt x="168" y="39"/>
                </a:cubicBezTo>
                <a:cubicBezTo>
                  <a:pt x="171" y="42"/>
                  <a:pt x="177" y="42"/>
                  <a:pt x="180" y="39"/>
                </a:cubicBezTo>
                <a:cubicBezTo>
                  <a:pt x="184" y="35"/>
                  <a:pt x="184" y="30"/>
                  <a:pt x="180" y="26"/>
                </a:cubicBezTo>
                <a:cubicBezTo>
                  <a:pt x="172" y="18"/>
                  <a:pt x="162" y="11"/>
                  <a:pt x="151" y="7"/>
                </a:cubicBezTo>
                <a:cubicBezTo>
                  <a:pt x="141" y="2"/>
                  <a:pt x="129" y="0"/>
                  <a:pt x="117" y="0"/>
                </a:cubicBezTo>
                <a:cubicBezTo>
                  <a:pt x="94" y="0"/>
                  <a:pt x="73" y="9"/>
                  <a:pt x="57" y="23"/>
                </a:cubicBezTo>
                <a:cubicBezTo>
                  <a:pt x="43" y="35"/>
                  <a:pt x="33" y="53"/>
                  <a:pt x="29" y="72"/>
                </a:cubicBezTo>
                <a:cubicBezTo>
                  <a:pt x="11" y="72"/>
                  <a:pt x="11" y="72"/>
                  <a:pt x="11" y="72"/>
                </a:cubicBezTo>
                <a:cubicBezTo>
                  <a:pt x="9" y="72"/>
                  <a:pt x="6" y="73"/>
                  <a:pt x="4" y="74"/>
                </a:cubicBezTo>
                <a:cubicBezTo>
                  <a:pt x="1" y="77"/>
                  <a:pt x="0" y="83"/>
                  <a:pt x="3" y="87"/>
                </a:cubicBezTo>
                <a:cubicBezTo>
                  <a:pt x="16" y="104"/>
                  <a:pt x="16" y="104"/>
                  <a:pt x="16" y="104"/>
                </a:cubicBezTo>
                <a:cubicBezTo>
                  <a:pt x="30" y="120"/>
                  <a:pt x="30" y="120"/>
                  <a:pt x="30" y="120"/>
                </a:cubicBezTo>
                <a:close/>
                <a:moveTo>
                  <a:pt x="30" y="93"/>
                </a:moveTo>
                <a:cubicBezTo>
                  <a:pt x="30" y="93"/>
                  <a:pt x="30" y="93"/>
                  <a:pt x="30" y="93"/>
                </a:cubicBezTo>
                <a:cubicBezTo>
                  <a:pt x="29" y="90"/>
                  <a:pt x="29" y="90"/>
                  <a:pt x="29" y="90"/>
                </a:cubicBezTo>
                <a:cubicBezTo>
                  <a:pt x="36" y="90"/>
                  <a:pt x="36" y="90"/>
                  <a:pt x="36" y="90"/>
                </a:cubicBezTo>
                <a:cubicBezTo>
                  <a:pt x="37" y="90"/>
                  <a:pt x="37" y="90"/>
                  <a:pt x="37" y="90"/>
                </a:cubicBezTo>
                <a:cubicBezTo>
                  <a:pt x="45" y="90"/>
                  <a:pt x="45" y="90"/>
                  <a:pt x="45" y="90"/>
                </a:cubicBezTo>
                <a:cubicBezTo>
                  <a:pt x="43" y="93"/>
                  <a:pt x="43" y="93"/>
                  <a:pt x="43" y="93"/>
                </a:cubicBezTo>
                <a:cubicBezTo>
                  <a:pt x="37" y="100"/>
                  <a:pt x="37" y="100"/>
                  <a:pt x="37" y="100"/>
                </a:cubicBezTo>
                <a:cubicBezTo>
                  <a:pt x="30" y="93"/>
                  <a:pt x="30" y="93"/>
                  <a:pt x="30" y="9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9" name="Rectangle 37"/>
          <p:cNvSpPr>
            <a:spLocks noChangeArrowheads="1"/>
          </p:cNvSpPr>
          <p:nvPr/>
        </p:nvSpPr>
        <p:spPr bwMode="auto">
          <a:xfrm>
            <a:off x="1209074" y="1792523"/>
            <a:ext cx="2185253" cy="1178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300"/>
              </a:spcBef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优势</a:t>
            </a:r>
          </a:p>
          <a:p>
            <a:pPr algn="r">
              <a:spcBef>
                <a:spcPts val="300"/>
              </a:spcBef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LLM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在需求抽取、代码生成、测试用例生成等软件工程任务中表现出较强能力。</a:t>
            </a:r>
          </a:p>
          <a:p>
            <a:pPr algn="r">
              <a:spcBef>
                <a:spcPts val="300"/>
              </a:spcBef>
            </a:pP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</a:rPr>
              <a:t>.</a:t>
            </a:r>
          </a:p>
        </p:txBody>
      </p:sp>
      <p:sp>
        <p:nvSpPr>
          <p:cNvPr id="20" name="Rectangle 38"/>
          <p:cNvSpPr>
            <a:spLocks noChangeArrowheads="1"/>
          </p:cNvSpPr>
          <p:nvPr/>
        </p:nvSpPr>
        <p:spPr bwMode="auto">
          <a:xfrm>
            <a:off x="1140670" y="2971307"/>
            <a:ext cx="2304505" cy="1017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300"/>
              </a:spcBef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不足</a:t>
            </a:r>
          </a:p>
          <a:p>
            <a:pPr algn="r">
              <a:spcBef>
                <a:spcPts val="300"/>
              </a:spcBef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</a:rPr>
              <a:t>现有研究多偏向完整软件开发流程，对用户故事生成与质量闭环关注不足。</a:t>
            </a:r>
          </a:p>
        </p:txBody>
      </p:sp>
      <p:sp>
        <p:nvSpPr>
          <p:cNvPr id="21" name="Rectangle 39"/>
          <p:cNvSpPr>
            <a:spLocks noChangeArrowheads="1"/>
          </p:cNvSpPr>
          <p:nvPr/>
        </p:nvSpPr>
        <p:spPr bwMode="auto">
          <a:xfrm>
            <a:off x="5716964" y="1792523"/>
            <a:ext cx="2383428" cy="1017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机会</a:t>
            </a:r>
          </a:p>
          <a:p>
            <a:pPr>
              <a:spcBef>
                <a:spcPts val="300"/>
              </a:spcBef>
            </a:pPr>
            <a:r>
              <a:rPr lang="en-US" altLang="zh-CN" sz="1400" dirty="0" err="1">
                <a:solidFill>
                  <a:schemeClr val="bg1">
                    <a:lumMod val="50000"/>
                  </a:schemeClr>
                </a:solidFill>
                <a:latin typeface="+mn-ea"/>
              </a:rPr>
              <a:t>MetaGPT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、</a:t>
            </a:r>
            <a:r>
              <a:rPr lang="en-US" altLang="zh-CN" sz="1400" dirty="0" err="1">
                <a:solidFill>
                  <a:schemeClr val="bg1">
                    <a:lumMod val="50000"/>
                  </a:schemeClr>
                </a:solidFill>
                <a:latin typeface="+mn-ea"/>
              </a:rPr>
              <a:t>ChatDev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、</a:t>
            </a:r>
            <a:r>
              <a:rPr lang="en-US" altLang="zh-CN" sz="1400" dirty="0" err="1">
                <a:solidFill>
                  <a:schemeClr val="bg1">
                    <a:lumMod val="50000"/>
                  </a:schemeClr>
                </a:solidFill>
                <a:latin typeface="+mn-ea"/>
              </a:rPr>
              <a:t>AutoGen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等研究证明多智能体协作可增强复杂任务处理效果。</a:t>
            </a:r>
          </a:p>
        </p:txBody>
      </p:sp>
      <p:sp>
        <p:nvSpPr>
          <p:cNvPr id="22" name="Rectangle 40"/>
          <p:cNvSpPr>
            <a:spLocks noChangeArrowheads="1"/>
          </p:cNvSpPr>
          <p:nvPr/>
        </p:nvSpPr>
        <p:spPr bwMode="auto">
          <a:xfrm>
            <a:off x="5716964" y="2971307"/>
            <a:ext cx="2383428" cy="1017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挑战</a:t>
            </a:r>
          </a:p>
          <a:p>
            <a:pPr>
              <a:spcBef>
                <a:spcPts val="300"/>
              </a:spcBef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</a:rPr>
              <a:t>如何设计角色分工、协作反馈和可量化评价体系，是系统落地的关键。.</a:t>
            </a:r>
          </a:p>
        </p:txBody>
      </p:sp>
      <p:sp>
        <p:nvSpPr>
          <p:cNvPr id="24" name="Rectangle 39"/>
          <p:cNvSpPr>
            <a:spLocks noChangeArrowheads="1"/>
          </p:cNvSpPr>
          <p:nvPr/>
        </p:nvSpPr>
        <p:spPr bwMode="auto">
          <a:xfrm>
            <a:off x="416159" y="278281"/>
            <a:ext cx="315968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buFont typeface="Arial" pitchFamily="34" charset="0"/>
              <a:buNone/>
            </a:pP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国内外研究现状与问题分析</a:t>
            </a:r>
          </a:p>
        </p:txBody>
      </p:sp>
      <p:grpSp>
        <p:nvGrpSpPr>
          <p:cNvPr id="25" name="组合 24"/>
          <p:cNvGrpSpPr/>
          <p:nvPr/>
        </p:nvGrpSpPr>
        <p:grpSpPr>
          <a:xfrm>
            <a:off x="416158" y="699542"/>
            <a:ext cx="899592" cy="56017"/>
            <a:chOff x="0" y="2842590"/>
            <a:chExt cx="7054752" cy="89199"/>
          </a:xfrm>
        </p:grpSpPr>
        <p:sp>
          <p:nvSpPr>
            <p:cNvPr id="26" name="矩形 25"/>
            <p:cNvSpPr/>
            <p:nvPr/>
          </p:nvSpPr>
          <p:spPr>
            <a:xfrm>
              <a:off x="0" y="2842590"/>
              <a:ext cx="1763688" cy="891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/>
            <p:cNvSpPr/>
            <p:nvPr/>
          </p:nvSpPr>
          <p:spPr>
            <a:xfrm>
              <a:off x="1763688" y="2842590"/>
              <a:ext cx="1763688" cy="891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/>
            <p:cNvSpPr/>
            <p:nvPr/>
          </p:nvSpPr>
          <p:spPr>
            <a:xfrm>
              <a:off x="3527376" y="2842590"/>
              <a:ext cx="1763688" cy="8919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 28"/>
            <p:cNvSpPr/>
            <p:nvPr/>
          </p:nvSpPr>
          <p:spPr>
            <a:xfrm>
              <a:off x="5291064" y="2842590"/>
              <a:ext cx="1763688" cy="891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/>
          <p:cNvSpPr/>
          <p:nvPr/>
        </p:nvSpPr>
        <p:spPr>
          <a:xfrm>
            <a:off x="4573570" y="2676794"/>
            <a:ext cx="870751" cy="984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indent="-17145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需求分析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  <a:p>
            <a:pPr marL="171450" indent="-17145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架构设计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  <a:p>
            <a:pPr marL="171450" indent="-17145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模块划分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  <a:p>
            <a:pPr marL="171450" indent="-17145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工作流程</a:t>
            </a:r>
          </a:p>
        </p:txBody>
      </p:sp>
      <p:sp>
        <p:nvSpPr>
          <p:cNvPr id="39" name="矩形 38"/>
          <p:cNvSpPr/>
          <p:nvPr/>
        </p:nvSpPr>
        <p:spPr>
          <a:xfrm>
            <a:off x="5364088" y="2070506"/>
            <a:ext cx="252028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ln w="6350"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Impact" pitchFamily="34" charset="0"/>
                <a:ea typeface="微软雅黑" pitchFamily="34" charset="-122"/>
              </a:rPr>
              <a:t>系统总体设计</a:t>
            </a:r>
          </a:p>
        </p:txBody>
      </p:sp>
      <p:sp>
        <p:nvSpPr>
          <p:cNvPr id="41" name="矩形 40"/>
          <p:cNvSpPr/>
          <p:nvPr/>
        </p:nvSpPr>
        <p:spPr>
          <a:xfrm>
            <a:off x="4573570" y="1790523"/>
            <a:ext cx="79051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4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02</a:t>
            </a:r>
            <a:endParaRPr lang="zh-CN" altLang="en-US" sz="44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0" y="2517744"/>
            <a:ext cx="9144000" cy="54006"/>
            <a:chOff x="2190216" y="0"/>
            <a:chExt cx="7128792" cy="108012"/>
          </a:xfrm>
        </p:grpSpPr>
        <p:sp>
          <p:nvSpPr>
            <p:cNvPr id="50" name="矩形 49"/>
            <p:cNvSpPr/>
            <p:nvPr/>
          </p:nvSpPr>
          <p:spPr>
            <a:xfrm>
              <a:off x="2190216" y="0"/>
              <a:ext cx="1188132" cy="10801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矩形 52"/>
            <p:cNvSpPr/>
            <p:nvPr/>
          </p:nvSpPr>
          <p:spPr>
            <a:xfrm>
              <a:off x="3378348" y="0"/>
              <a:ext cx="1188132" cy="10801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矩形 55"/>
            <p:cNvSpPr/>
            <p:nvPr/>
          </p:nvSpPr>
          <p:spPr>
            <a:xfrm>
              <a:off x="4566480" y="0"/>
              <a:ext cx="1188132" cy="10801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矩形 56"/>
            <p:cNvSpPr/>
            <p:nvPr/>
          </p:nvSpPr>
          <p:spPr>
            <a:xfrm>
              <a:off x="5754612" y="0"/>
              <a:ext cx="1188132" cy="10801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矩形 57"/>
            <p:cNvSpPr/>
            <p:nvPr/>
          </p:nvSpPr>
          <p:spPr>
            <a:xfrm>
              <a:off x="6942744" y="0"/>
              <a:ext cx="1188132" cy="10801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矩形 73"/>
            <p:cNvSpPr/>
            <p:nvPr/>
          </p:nvSpPr>
          <p:spPr>
            <a:xfrm>
              <a:off x="8130876" y="0"/>
              <a:ext cx="1188132" cy="108012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>
            <a:spLocks noEditPoints="1"/>
          </p:cNvSpPr>
          <p:nvPr/>
        </p:nvSpPr>
        <p:spPr bwMode="auto">
          <a:xfrm>
            <a:off x="1267848" y="2448028"/>
            <a:ext cx="1074685" cy="1081693"/>
          </a:xfrm>
          <a:custGeom>
            <a:avLst/>
            <a:gdLst>
              <a:gd name="T0" fmla="*/ 373 w 402"/>
              <a:gd name="T1" fmla="*/ 209 h 402"/>
              <a:gd name="T2" fmla="*/ 372 w 402"/>
              <a:gd name="T3" fmla="*/ 190 h 402"/>
              <a:gd name="T4" fmla="*/ 401 w 402"/>
              <a:gd name="T5" fmla="*/ 170 h 402"/>
              <a:gd name="T6" fmla="*/ 389 w 402"/>
              <a:gd name="T7" fmla="*/ 124 h 402"/>
              <a:gd name="T8" fmla="*/ 353 w 402"/>
              <a:gd name="T9" fmla="*/ 123 h 402"/>
              <a:gd name="T10" fmla="*/ 344 w 402"/>
              <a:gd name="T11" fmla="*/ 107 h 402"/>
              <a:gd name="T12" fmla="*/ 360 w 402"/>
              <a:gd name="T13" fmla="*/ 74 h 402"/>
              <a:gd name="T14" fmla="*/ 325 w 402"/>
              <a:gd name="T15" fmla="*/ 41 h 402"/>
              <a:gd name="T16" fmla="*/ 293 w 402"/>
              <a:gd name="T17" fmla="*/ 57 h 402"/>
              <a:gd name="T18" fmla="*/ 277 w 402"/>
              <a:gd name="T19" fmla="*/ 48 h 402"/>
              <a:gd name="T20" fmla="*/ 275 w 402"/>
              <a:gd name="T21" fmla="*/ 12 h 402"/>
              <a:gd name="T22" fmla="*/ 251 w 402"/>
              <a:gd name="T23" fmla="*/ 6 h 402"/>
              <a:gd name="T24" fmla="*/ 228 w 402"/>
              <a:gd name="T25" fmla="*/ 0 h 402"/>
              <a:gd name="T26" fmla="*/ 209 w 402"/>
              <a:gd name="T27" fmla="*/ 30 h 402"/>
              <a:gd name="T28" fmla="*/ 190 w 402"/>
              <a:gd name="T29" fmla="*/ 30 h 402"/>
              <a:gd name="T30" fmla="*/ 170 w 402"/>
              <a:gd name="T31" fmla="*/ 1 h 402"/>
              <a:gd name="T32" fmla="*/ 124 w 402"/>
              <a:gd name="T33" fmla="*/ 13 h 402"/>
              <a:gd name="T34" fmla="*/ 122 w 402"/>
              <a:gd name="T35" fmla="*/ 49 h 402"/>
              <a:gd name="T36" fmla="*/ 106 w 402"/>
              <a:gd name="T37" fmla="*/ 59 h 402"/>
              <a:gd name="T38" fmla="*/ 74 w 402"/>
              <a:gd name="T39" fmla="*/ 43 h 402"/>
              <a:gd name="T40" fmla="*/ 41 w 402"/>
              <a:gd name="T41" fmla="*/ 77 h 402"/>
              <a:gd name="T42" fmla="*/ 56 w 402"/>
              <a:gd name="T43" fmla="*/ 109 h 402"/>
              <a:gd name="T44" fmla="*/ 47 w 402"/>
              <a:gd name="T45" fmla="*/ 126 h 402"/>
              <a:gd name="T46" fmla="*/ 12 w 402"/>
              <a:gd name="T47" fmla="*/ 128 h 402"/>
              <a:gd name="T48" fmla="*/ 6 w 402"/>
              <a:gd name="T49" fmla="*/ 151 h 402"/>
              <a:gd name="T50" fmla="*/ 0 w 402"/>
              <a:gd name="T51" fmla="*/ 174 h 402"/>
              <a:gd name="T52" fmla="*/ 30 w 402"/>
              <a:gd name="T53" fmla="*/ 194 h 402"/>
              <a:gd name="T54" fmla="*/ 30 w 402"/>
              <a:gd name="T55" fmla="*/ 212 h 402"/>
              <a:gd name="T56" fmla="*/ 0 w 402"/>
              <a:gd name="T57" fmla="*/ 233 h 402"/>
              <a:gd name="T58" fmla="*/ 13 w 402"/>
              <a:gd name="T59" fmla="*/ 279 h 402"/>
              <a:gd name="T60" fmla="*/ 49 w 402"/>
              <a:gd name="T61" fmla="*/ 280 h 402"/>
              <a:gd name="T62" fmla="*/ 59 w 402"/>
              <a:gd name="T63" fmla="*/ 296 h 402"/>
              <a:gd name="T64" fmla="*/ 43 w 402"/>
              <a:gd name="T65" fmla="*/ 328 h 402"/>
              <a:gd name="T66" fmla="*/ 77 w 402"/>
              <a:gd name="T67" fmla="*/ 362 h 402"/>
              <a:gd name="T68" fmla="*/ 109 w 402"/>
              <a:gd name="T69" fmla="*/ 345 h 402"/>
              <a:gd name="T70" fmla="*/ 125 w 402"/>
              <a:gd name="T71" fmla="*/ 355 h 402"/>
              <a:gd name="T72" fmla="*/ 128 w 402"/>
              <a:gd name="T73" fmla="*/ 390 h 402"/>
              <a:gd name="T74" fmla="*/ 150 w 402"/>
              <a:gd name="T75" fmla="*/ 396 h 402"/>
              <a:gd name="T76" fmla="*/ 174 w 402"/>
              <a:gd name="T77" fmla="*/ 402 h 402"/>
              <a:gd name="T78" fmla="*/ 194 w 402"/>
              <a:gd name="T79" fmla="*/ 373 h 402"/>
              <a:gd name="T80" fmla="*/ 212 w 402"/>
              <a:gd name="T81" fmla="*/ 372 h 402"/>
              <a:gd name="T82" fmla="*/ 232 w 402"/>
              <a:gd name="T83" fmla="*/ 402 h 402"/>
              <a:gd name="T84" fmla="*/ 278 w 402"/>
              <a:gd name="T85" fmla="*/ 389 h 402"/>
              <a:gd name="T86" fmla="*/ 280 w 402"/>
              <a:gd name="T87" fmla="*/ 353 h 402"/>
              <a:gd name="T88" fmla="*/ 296 w 402"/>
              <a:gd name="T89" fmla="*/ 344 h 402"/>
              <a:gd name="T90" fmla="*/ 328 w 402"/>
              <a:gd name="T91" fmla="*/ 360 h 402"/>
              <a:gd name="T92" fmla="*/ 362 w 402"/>
              <a:gd name="T93" fmla="*/ 326 h 402"/>
              <a:gd name="T94" fmla="*/ 345 w 402"/>
              <a:gd name="T95" fmla="*/ 294 h 402"/>
              <a:gd name="T96" fmla="*/ 354 w 402"/>
              <a:gd name="T97" fmla="*/ 277 h 402"/>
              <a:gd name="T98" fmla="*/ 390 w 402"/>
              <a:gd name="T99" fmla="*/ 275 h 402"/>
              <a:gd name="T100" fmla="*/ 396 w 402"/>
              <a:gd name="T101" fmla="*/ 251 h 402"/>
              <a:gd name="T102" fmla="*/ 402 w 402"/>
              <a:gd name="T103" fmla="*/ 229 h 402"/>
              <a:gd name="T104" fmla="*/ 373 w 402"/>
              <a:gd name="T105" fmla="*/ 209 h 402"/>
              <a:gd name="T106" fmla="*/ 373 w 402"/>
              <a:gd name="T107" fmla="*/ 209 h 402"/>
              <a:gd name="T108" fmla="*/ 166 w 402"/>
              <a:gd name="T109" fmla="*/ 335 h 402"/>
              <a:gd name="T110" fmla="*/ 67 w 402"/>
              <a:gd name="T111" fmla="*/ 167 h 402"/>
              <a:gd name="T112" fmla="*/ 235 w 402"/>
              <a:gd name="T113" fmla="*/ 68 h 402"/>
              <a:gd name="T114" fmla="*/ 335 w 402"/>
              <a:gd name="T115" fmla="*/ 236 h 402"/>
              <a:gd name="T116" fmla="*/ 166 w 402"/>
              <a:gd name="T117" fmla="*/ 335 h 4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402" h="402">
                <a:moveTo>
                  <a:pt x="373" y="209"/>
                </a:moveTo>
                <a:cubicBezTo>
                  <a:pt x="373" y="203"/>
                  <a:pt x="373" y="197"/>
                  <a:pt x="372" y="190"/>
                </a:cubicBezTo>
                <a:cubicBezTo>
                  <a:pt x="401" y="170"/>
                  <a:pt x="401" y="170"/>
                  <a:pt x="401" y="170"/>
                </a:cubicBezTo>
                <a:cubicBezTo>
                  <a:pt x="389" y="124"/>
                  <a:pt x="389" y="124"/>
                  <a:pt x="389" y="124"/>
                </a:cubicBezTo>
                <a:cubicBezTo>
                  <a:pt x="353" y="123"/>
                  <a:pt x="353" y="123"/>
                  <a:pt x="353" y="123"/>
                </a:cubicBezTo>
                <a:cubicBezTo>
                  <a:pt x="351" y="117"/>
                  <a:pt x="347" y="111"/>
                  <a:pt x="344" y="107"/>
                </a:cubicBezTo>
                <a:cubicBezTo>
                  <a:pt x="360" y="74"/>
                  <a:pt x="360" y="74"/>
                  <a:pt x="360" y="74"/>
                </a:cubicBezTo>
                <a:cubicBezTo>
                  <a:pt x="325" y="41"/>
                  <a:pt x="325" y="41"/>
                  <a:pt x="325" y="41"/>
                </a:cubicBezTo>
                <a:cubicBezTo>
                  <a:pt x="293" y="57"/>
                  <a:pt x="293" y="57"/>
                  <a:pt x="293" y="57"/>
                </a:cubicBezTo>
                <a:cubicBezTo>
                  <a:pt x="288" y="54"/>
                  <a:pt x="282" y="51"/>
                  <a:pt x="277" y="48"/>
                </a:cubicBezTo>
                <a:cubicBezTo>
                  <a:pt x="275" y="12"/>
                  <a:pt x="275" y="12"/>
                  <a:pt x="275" y="12"/>
                </a:cubicBezTo>
                <a:cubicBezTo>
                  <a:pt x="251" y="6"/>
                  <a:pt x="251" y="6"/>
                  <a:pt x="251" y="6"/>
                </a:cubicBezTo>
                <a:cubicBezTo>
                  <a:pt x="228" y="0"/>
                  <a:pt x="228" y="0"/>
                  <a:pt x="228" y="0"/>
                </a:cubicBezTo>
                <a:cubicBezTo>
                  <a:pt x="209" y="30"/>
                  <a:pt x="209" y="30"/>
                  <a:pt x="209" y="30"/>
                </a:cubicBezTo>
                <a:cubicBezTo>
                  <a:pt x="203" y="30"/>
                  <a:pt x="196" y="30"/>
                  <a:pt x="190" y="30"/>
                </a:cubicBezTo>
                <a:cubicBezTo>
                  <a:pt x="170" y="1"/>
                  <a:pt x="170" y="1"/>
                  <a:pt x="170" y="1"/>
                </a:cubicBezTo>
                <a:cubicBezTo>
                  <a:pt x="124" y="13"/>
                  <a:pt x="124" y="13"/>
                  <a:pt x="124" y="13"/>
                </a:cubicBezTo>
                <a:cubicBezTo>
                  <a:pt x="122" y="49"/>
                  <a:pt x="122" y="49"/>
                  <a:pt x="122" y="49"/>
                </a:cubicBezTo>
                <a:cubicBezTo>
                  <a:pt x="116" y="52"/>
                  <a:pt x="111" y="55"/>
                  <a:pt x="106" y="59"/>
                </a:cubicBezTo>
                <a:cubicBezTo>
                  <a:pt x="74" y="43"/>
                  <a:pt x="74" y="43"/>
                  <a:pt x="74" y="43"/>
                </a:cubicBezTo>
                <a:cubicBezTo>
                  <a:pt x="41" y="77"/>
                  <a:pt x="41" y="77"/>
                  <a:pt x="41" y="77"/>
                </a:cubicBezTo>
                <a:cubicBezTo>
                  <a:pt x="56" y="109"/>
                  <a:pt x="56" y="109"/>
                  <a:pt x="56" y="109"/>
                </a:cubicBezTo>
                <a:cubicBezTo>
                  <a:pt x="53" y="114"/>
                  <a:pt x="50" y="120"/>
                  <a:pt x="47" y="126"/>
                </a:cubicBezTo>
                <a:cubicBezTo>
                  <a:pt x="12" y="128"/>
                  <a:pt x="12" y="128"/>
                  <a:pt x="12" y="128"/>
                </a:cubicBezTo>
                <a:cubicBezTo>
                  <a:pt x="6" y="151"/>
                  <a:pt x="6" y="151"/>
                  <a:pt x="6" y="151"/>
                </a:cubicBezTo>
                <a:cubicBezTo>
                  <a:pt x="0" y="174"/>
                  <a:pt x="0" y="174"/>
                  <a:pt x="0" y="174"/>
                </a:cubicBezTo>
                <a:cubicBezTo>
                  <a:pt x="30" y="194"/>
                  <a:pt x="30" y="194"/>
                  <a:pt x="30" y="194"/>
                </a:cubicBezTo>
                <a:cubicBezTo>
                  <a:pt x="30" y="200"/>
                  <a:pt x="30" y="206"/>
                  <a:pt x="30" y="212"/>
                </a:cubicBezTo>
                <a:cubicBezTo>
                  <a:pt x="0" y="233"/>
                  <a:pt x="0" y="233"/>
                  <a:pt x="0" y="233"/>
                </a:cubicBezTo>
                <a:cubicBezTo>
                  <a:pt x="13" y="279"/>
                  <a:pt x="13" y="279"/>
                  <a:pt x="13" y="279"/>
                </a:cubicBezTo>
                <a:cubicBezTo>
                  <a:pt x="49" y="280"/>
                  <a:pt x="49" y="280"/>
                  <a:pt x="49" y="280"/>
                </a:cubicBezTo>
                <a:cubicBezTo>
                  <a:pt x="52" y="286"/>
                  <a:pt x="55" y="291"/>
                  <a:pt x="59" y="296"/>
                </a:cubicBezTo>
                <a:cubicBezTo>
                  <a:pt x="43" y="328"/>
                  <a:pt x="43" y="328"/>
                  <a:pt x="43" y="328"/>
                </a:cubicBezTo>
                <a:cubicBezTo>
                  <a:pt x="77" y="362"/>
                  <a:pt x="77" y="362"/>
                  <a:pt x="77" y="362"/>
                </a:cubicBezTo>
                <a:cubicBezTo>
                  <a:pt x="109" y="345"/>
                  <a:pt x="109" y="345"/>
                  <a:pt x="109" y="345"/>
                </a:cubicBezTo>
                <a:cubicBezTo>
                  <a:pt x="114" y="349"/>
                  <a:pt x="119" y="352"/>
                  <a:pt x="125" y="355"/>
                </a:cubicBezTo>
                <a:cubicBezTo>
                  <a:pt x="128" y="390"/>
                  <a:pt x="128" y="390"/>
                  <a:pt x="128" y="390"/>
                </a:cubicBezTo>
                <a:cubicBezTo>
                  <a:pt x="150" y="396"/>
                  <a:pt x="150" y="396"/>
                  <a:pt x="150" y="396"/>
                </a:cubicBezTo>
                <a:cubicBezTo>
                  <a:pt x="174" y="402"/>
                  <a:pt x="174" y="402"/>
                  <a:pt x="174" y="402"/>
                </a:cubicBezTo>
                <a:cubicBezTo>
                  <a:pt x="194" y="373"/>
                  <a:pt x="194" y="373"/>
                  <a:pt x="194" y="373"/>
                </a:cubicBezTo>
                <a:cubicBezTo>
                  <a:pt x="200" y="373"/>
                  <a:pt x="206" y="373"/>
                  <a:pt x="212" y="372"/>
                </a:cubicBezTo>
                <a:cubicBezTo>
                  <a:pt x="232" y="402"/>
                  <a:pt x="232" y="402"/>
                  <a:pt x="232" y="402"/>
                </a:cubicBezTo>
                <a:cubicBezTo>
                  <a:pt x="278" y="389"/>
                  <a:pt x="278" y="389"/>
                  <a:pt x="278" y="389"/>
                </a:cubicBezTo>
                <a:cubicBezTo>
                  <a:pt x="280" y="353"/>
                  <a:pt x="280" y="353"/>
                  <a:pt x="280" y="353"/>
                </a:cubicBezTo>
                <a:cubicBezTo>
                  <a:pt x="285" y="351"/>
                  <a:pt x="291" y="348"/>
                  <a:pt x="296" y="344"/>
                </a:cubicBezTo>
                <a:cubicBezTo>
                  <a:pt x="328" y="360"/>
                  <a:pt x="328" y="360"/>
                  <a:pt x="328" y="360"/>
                </a:cubicBezTo>
                <a:cubicBezTo>
                  <a:pt x="362" y="326"/>
                  <a:pt x="362" y="326"/>
                  <a:pt x="362" y="326"/>
                </a:cubicBezTo>
                <a:cubicBezTo>
                  <a:pt x="345" y="294"/>
                  <a:pt x="345" y="294"/>
                  <a:pt x="345" y="294"/>
                </a:cubicBezTo>
                <a:cubicBezTo>
                  <a:pt x="349" y="289"/>
                  <a:pt x="352" y="283"/>
                  <a:pt x="354" y="277"/>
                </a:cubicBezTo>
                <a:cubicBezTo>
                  <a:pt x="390" y="275"/>
                  <a:pt x="390" y="275"/>
                  <a:pt x="390" y="275"/>
                </a:cubicBezTo>
                <a:cubicBezTo>
                  <a:pt x="396" y="251"/>
                  <a:pt x="396" y="251"/>
                  <a:pt x="396" y="251"/>
                </a:cubicBezTo>
                <a:cubicBezTo>
                  <a:pt x="402" y="229"/>
                  <a:pt x="402" y="229"/>
                  <a:pt x="402" y="229"/>
                </a:cubicBezTo>
                <a:cubicBezTo>
                  <a:pt x="373" y="209"/>
                  <a:pt x="373" y="209"/>
                  <a:pt x="373" y="209"/>
                </a:cubicBezTo>
                <a:cubicBezTo>
                  <a:pt x="373" y="209"/>
                  <a:pt x="373" y="209"/>
                  <a:pt x="373" y="209"/>
                </a:cubicBezTo>
                <a:close/>
                <a:moveTo>
                  <a:pt x="166" y="335"/>
                </a:moveTo>
                <a:cubicBezTo>
                  <a:pt x="93" y="316"/>
                  <a:pt x="48" y="241"/>
                  <a:pt x="67" y="167"/>
                </a:cubicBezTo>
                <a:cubicBezTo>
                  <a:pt x="87" y="93"/>
                  <a:pt x="162" y="49"/>
                  <a:pt x="235" y="68"/>
                </a:cubicBezTo>
                <a:cubicBezTo>
                  <a:pt x="309" y="87"/>
                  <a:pt x="354" y="162"/>
                  <a:pt x="335" y="236"/>
                </a:cubicBezTo>
                <a:cubicBezTo>
                  <a:pt x="316" y="310"/>
                  <a:pt x="241" y="354"/>
                  <a:pt x="166" y="335"/>
                </a:cubicBezTo>
                <a:close/>
              </a:path>
            </a:pathLst>
          </a:custGeom>
          <a:solidFill>
            <a:srgbClr val="76767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Freeform 7"/>
          <p:cNvSpPr>
            <a:spLocks noEditPoints="1"/>
          </p:cNvSpPr>
          <p:nvPr/>
        </p:nvSpPr>
        <p:spPr bwMode="auto">
          <a:xfrm>
            <a:off x="1267848" y="2448028"/>
            <a:ext cx="1074685" cy="1081693"/>
          </a:xfrm>
          <a:custGeom>
            <a:avLst/>
            <a:gdLst>
              <a:gd name="T0" fmla="*/ 373 w 402"/>
              <a:gd name="T1" fmla="*/ 209 h 402"/>
              <a:gd name="T2" fmla="*/ 372 w 402"/>
              <a:gd name="T3" fmla="*/ 190 h 402"/>
              <a:gd name="T4" fmla="*/ 401 w 402"/>
              <a:gd name="T5" fmla="*/ 170 h 402"/>
              <a:gd name="T6" fmla="*/ 389 w 402"/>
              <a:gd name="T7" fmla="*/ 124 h 402"/>
              <a:gd name="T8" fmla="*/ 353 w 402"/>
              <a:gd name="T9" fmla="*/ 123 h 402"/>
              <a:gd name="T10" fmla="*/ 344 w 402"/>
              <a:gd name="T11" fmla="*/ 107 h 402"/>
              <a:gd name="T12" fmla="*/ 360 w 402"/>
              <a:gd name="T13" fmla="*/ 74 h 402"/>
              <a:gd name="T14" fmla="*/ 325 w 402"/>
              <a:gd name="T15" fmla="*/ 41 h 402"/>
              <a:gd name="T16" fmla="*/ 293 w 402"/>
              <a:gd name="T17" fmla="*/ 57 h 402"/>
              <a:gd name="T18" fmla="*/ 277 w 402"/>
              <a:gd name="T19" fmla="*/ 48 h 402"/>
              <a:gd name="T20" fmla="*/ 275 w 402"/>
              <a:gd name="T21" fmla="*/ 12 h 402"/>
              <a:gd name="T22" fmla="*/ 251 w 402"/>
              <a:gd name="T23" fmla="*/ 6 h 402"/>
              <a:gd name="T24" fmla="*/ 228 w 402"/>
              <a:gd name="T25" fmla="*/ 0 h 402"/>
              <a:gd name="T26" fmla="*/ 209 w 402"/>
              <a:gd name="T27" fmla="*/ 30 h 402"/>
              <a:gd name="T28" fmla="*/ 190 w 402"/>
              <a:gd name="T29" fmla="*/ 30 h 402"/>
              <a:gd name="T30" fmla="*/ 170 w 402"/>
              <a:gd name="T31" fmla="*/ 1 h 402"/>
              <a:gd name="T32" fmla="*/ 124 w 402"/>
              <a:gd name="T33" fmla="*/ 13 h 402"/>
              <a:gd name="T34" fmla="*/ 122 w 402"/>
              <a:gd name="T35" fmla="*/ 49 h 402"/>
              <a:gd name="T36" fmla="*/ 106 w 402"/>
              <a:gd name="T37" fmla="*/ 59 h 402"/>
              <a:gd name="T38" fmla="*/ 74 w 402"/>
              <a:gd name="T39" fmla="*/ 43 h 402"/>
              <a:gd name="T40" fmla="*/ 41 w 402"/>
              <a:gd name="T41" fmla="*/ 77 h 402"/>
              <a:gd name="T42" fmla="*/ 56 w 402"/>
              <a:gd name="T43" fmla="*/ 109 h 402"/>
              <a:gd name="T44" fmla="*/ 47 w 402"/>
              <a:gd name="T45" fmla="*/ 126 h 402"/>
              <a:gd name="T46" fmla="*/ 12 w 402"/>
              <a:gd name="T47" fmla="*/ 128 h 402"/>
              <a:gd name="T48" fmla="*/ 6 w 402"/>
              <a:gd name="T49" fmla="*/ 151 h 402"/>
              <a:gd name="T50" fmla="*/ 0 w 402"/>
              <a:gd name="T51" fmla="*/ 174 h 402"/>
              <a:gd name="T52" fmla="*/ 30 w 402"/>
              <a:gd name="T53" fmla="*/ 194 h 402"/>
              <a:gd name="T54" fmla="*/ 30 w 402"/>
              <a:gd name="T55" fmla="*/ 212 h 402"/>
              <a:gd name="T56" fmla="*/ 0 w 402"/>
              <a:gd name="T57" fmla="*/ 233 h 402"/>
              <a:gd name="T58" fmla="*/ 13 w 402"/>
              <a:gd name="T59" fmla="*/ 279 h 402"/>
              <a:gd name="T60" fmla="*/ 49 w 402"/>
              <a:gd name="T61" fmla="*/ 280 h 402"/>
              <a:gd name="T62" fmla="*/ 59 w 402"/>
              <a:gd name="T63" fmla="*/ 296 h 402"/>
              <a:gd name="T64" fmla="*/ 43 w 402"/>
              <a:gd name="T65" fmla="*/ 328 h 402"/>
              <a:gd name="T66" fmla="*/ 77 w 402"/>
              <a:gd name="T67" fmla="*/ 362 h 402"/>
              <a:gd name="T68" fmla="*/ 109 w 402"/>
              <a:gd name="T69" fmla="*/ 345 h 402"/>
              <a:gd name="T70" fmla="*/ 125 w 402"/>
              <a:gd name="T71" fmla="*/ 355 h 402"/>
              <a:gd name="T72" fmla="*/ 128 w 402"/>
              <a:gd name="T73" fmla="*/ 390 h 402"/>
              <a:gd name="T74" fmla="*/ 150 w 402"/>
              <a:gd name="T75" fmla="*/ 396 h 402"/>
              <a:gd name="T76" fmla="*/ 174 w 402"/>
              <a:gd name="T77" fmla="*/ 402 h 402"/>
              <a:gd name="T78" fmla="*/ 194 w 402"/>
              <a:gd name="T79" fmla="*/ 373 h 402"/>
              <a:gd name="T80" fmla="*/ 212 w 402"/>
              <a:gd name="T81" fmla="*/ 372 h 402"/>
              <a:gd name="T82" fmla="*/ 232 w 402"/>
              <a:gd name="T83" fmla="*/ 402 h 402"/>
              <a:gd name="T84" fmla="*/ 278 w 402"/>
              <a:gd name="T85" fmla="*/ 389 h 402"/>
              <a:gd name="T86" fmla="*/ 280 w 402"/>
              <a:gd name="T87" fmla="*/ 353 h 402"/>
              <a:gd name="T88" fmla="*/ 296 w 402"/>
              <a:gd name="T89" fmla="*/ 344 h 402"/>
              <a:gd name="T90" fmla="*/ 328 w 402"/>
              <a:gd name="T91" fmla="*/ 360 h 402"/>
              <a:gd name="T92" fmla="*/ 362 w 402"/>
              <a:gd name="T93" fmla="*/ 326 h 402"/>
              <a:gd name="T94" fmla="*/ 345 w 402"/>
              <a:gd name="T95" fmla="*/ 294 h 402"/>
              <a:gd name="T96" fmla="*/ 354 w 402"/>
              <a:gd name="T97" fmla="*/ 277 h 402"/>
              <a:gd name="T98" fmla="*/ 390 w 402"/>
              <a:gd name="T99" fmla="*/ 275 h 402"/>
              <a:gd name="T100" fmla="*/ 396 w 402"/>
              <a:gd name="T101" fmla="*/ 251 h 402"/>
              <a:gd name="T102" fmla="*/ 402 w 402"/>
              <a:gd name="T103" fmla="*/ 229 h 402"/>
              <a:gd name="T104" fmla="*/ 373 w 402"/>
              <a:gd name="T105" fmla="*/ 209 h 402"/>
              <a:gd name="T106" fmla="*/ 373 w 402"/>
              <a:gd name="T107" fmla="*/ 209 h 402"/>
              <a:gd name="T108" fmla="*/ 166 w 402"/>
              <a:gd name="T109" fmla="*/ 335 h 402"/>
              <a:gd name="T110" fmla="*/ 67 w 402"/>
              <a:gd name="T111" fmla="*/ 167 h 402"/>
              <a:gd name="T112" fmla="*/ 235 w 402"/>
              <a:gd name="T113" fmla="*/ 68 h 402"/>
              <a:gd name="T114" fmla="*/ 335 w 402"/>
              <a:gd name="T115" fmla="*/ 236 h 402"/>
              <a:gd name="T116" fmla="*/ 166 w 402"/>
              <a:gd name="T117" fmla="*/ 335 h 4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402" h="402">
                <a:moveTo>
                  <a:pt x="373" y="209"/>
                </a:moveTo>
                <a:cubicBezTo>
                  <a:pt x="373" y="203"/>
                  <a:pt x="373" y="197"/>
                  <a:pt x="372" y="190"/>
                </a:cubicBezTo>
                <a:cubicBezTo>
                  <a:pt x="401" y="170"/>
                  <a:pt x="401" y="170"/>
                  <a:pt x="401" y="170"/>
                </a:cubicBezTo>
                <a:cubicBezTo>
                  <a:pt x="389" y="124"/>
                  <a:pt x="389" y="124"/>
                  <a:pt x="389" y="124"/>
                </a:cubicBezTo>
                <a:cubicBezTo>
                  <a:pt x="353" y="123"/>
                  <a:pt x="353" y="123"/>
                  <a:pt x="353" y="123"/>
                </a:cubicBezTo>
                <a:cubicBezTo>
                  <a:pt x="351" y="117"/>
                  <a:pt x="347" y="111"/>
                  <a:pt x="344" y="107"/>
                </a:cubicBezTo>
                <a:cubicBezTo>
                  <a:pt x="360" y="74"/>
                  <a:pt x="360" y="74"/>
                  <a:pt x="360" y="74"/>
                </a:cubicBezTo>
                <a:cubicBezTo>
                  <a:pt x="325" y="41"/>
                  <a:pt x="325" y="41"/>
                  <a:pt x="325" y="41"/>
                </a:cubicBezTo>
                <a:cubicBezTo>
                  <a:pt x="293" y="57"/>
                  <a:pt x="293" y="57"/>
                  <a:pt x="293" y="57"/>
                </a:cubicBezTo>
                <a:cubicBezTo>
                  <a:pt x="288" y="54"/>
                  <a:pt x="282" y="51"/>
                  <a:pt x="277" y="48"/>
                </a:cubicBezTo>
                <a:cubicBezTo>
                  <a:pt x="275" y="12"/>
                  <a:pt x="275" y="12"/>
                  <a:pt x="275" y="12"/>
                </a:cubicBezTo>
                <a:cubicBezTo>
                  <a:pt x="251" y="6"/>
                  <a:pt x="251" y="6"/>
                  <a:pt x="251" y="6"/>
                </a:cubicBezTo>
                <a:cubicBezTo>
                  <a:pt x="228" y="0"/>
                  <a:pt x="228" y="0"/>
                  <a:pt x="228" y="0"/>
                </a:cubicBezTo>
                <a:cubicBezTo>
                  <a:pt x="209" y="30"/>
                  <a:pt x="209" y="30"/>
                  <a:pt x="209" y="30"/>
                </a:cubicBezTo>
                <a:cubicBezTo>
                  <a:pt x="203" y="30"/>
                  <a:pt x="196" y="30"/>
                  <a:pt x="190" y="30"/>
                </a:cubicBezTo>
                <a:cubicBezTo>
                  <a:pt x="170" y="1"/>
                  <a:pt x="170" y="1"/>
                  <a:pt x="170" y="1"/>
                </a:cubicBezTo>
                <a:cubicBezTo>
                  <a:pt x="124" y="13"/>
                  <a:pt x="124" y="13"/>
                  <a:pt x="124" y="13"/>
                </a:cubicBezTo>
                <a:cubicBezTo>
                  <a:pt x="122" y="49"/>
                  <a:pt x="122" y="49"/>
                  <a:pt x="122" y="49"/>
                </a:cubicBezTo>
                <a:cubicBezTo>
                  <a:pt x="116" y="52"/>
                  <a:pt x="111" y="55"/>
                  <a:pt x="106" y="59"/>
                </a:cubicBezTo>
                <a:cubicBezTo>
                  <a:pt x="74" y="43"/>
                  <a:pt x="74" y="43"/>
                  <a:pt x="74" y="43"/>
                </a:cubicBezTo>
                <a:cubicBezTo>
                  <a:pt x="41" y="77"/>
                  <a:pt x="41" y="77"/>
                  <a:pt x="41" y="77"/>
                </a:cubicBezTo>
                <a:cubicBezTo>
                  <a:pt x="56" y="109"/>
                  <a:pt x="56" y="109"/>
                  <a:pt x="56" y="109"/>
                </a:cubicBezTo>
                <a:cubicBezTo>
                  <a:pt x="53" y="114"/>
                  <a:pt x="50" y="120"/>
                  <a:pt x="47" y="126"/>
                </a:cubicBezTo>
                <a:cubicBezTo>
                  <a:pt x="12" y="128"/>
                  <a:pt x="12" y="128"/>
                  <a:pt x="12" y="128"/>
                </a:cubicBezTo>
                <a:cubicBezTo>
                  <a:pt x="6" y="151"/>
                  <a:pt x="6" y="151"/>
                  <a:pt x="6" y="151"/>
                </a:cubicBezTo>
                <a:cubicBezTo>
                  <a:pt x="0" y="174"/>
                  <a:pt x="0" y="174"/>
                  <a:pt x="0" y="174"/>
                </a:cubicBezTo>
                <a:cubicBezTo>
                  <a:pt x="30" y="194"/>
                  <a:pt x="30" y="194"/>
                  <a:pt x="30" y="194"/>
                </a:cubicBezTo>
                <a:cubicBezTo>
                  <a:pt x="30" y="200"/>
                  <a:pt x="30" y="206"/>
                  <a:pt x="30" y="212"/>
                </a:cubicBezTo>
                <a:cubicBezTo>
                  <a:pt x="0" y="233"/>
                  <a:pt x="0" y="233"/>
                  <a:pt x="0" y="233"/>
                </a:cubicBezTo>
                <a:cubicBezTo>
                  <a:pt x="13" y="279"/>
                  <a:pt x="13" y="279"/>
                  <a:pt x="13" y="279"/>
                </a:cubicBezTo>
                <a:cubicBezTo>
                  <a:pt x="49" y="280"/>
                  <a:pt x="49" y="280"/>
                  <a:pt x="49" y="280"/>
                </a:cubicBezTo>
                <a:cubicBezTo>
                  <a:pt x="52" y="286"/>
                  <a:pt x="55" y="291"/>
                  <a:pt x="59" y="296"/>
                </a:cubicBezTo>
                <a:cubicBezTo>
                  <a:pt x="43" y="328"/>
                  <a:pt x="43" y="328"/>
                  <a:pt x="43" y="328"/>
                </a:cubicBezTo>
                <a:cubicBezTo>
                  <a:pt x="77" y="362"/>
                  <a:pt x="77" y="362"/>
                  <a:pt x="77" y="362"/>
                </a:cubicBezTo>
                <a:cubicBezTo>
                  <a:pt x="109" y="345"/>
                  <a:pt x="109" y="345"/>
                  <a:pt x="109" y="345"/>
                </a:cubicBezTo>
                <a:cubicBezTo>
                  <a:pt x="114" y="349"/>
                  <a:pt x="119" y="352"/>
                  <a:pt x="125" y="355"/>
                </a:cubicBezTo>
                <a:cubicBezTo>
                  <a:pt x="128" y="390"/>
                  <a:pt x="128" y="390"/>
                  <a:pt x="128" y="390"/>
                </a:cubicBezTo>
                <a:cubicBezTo>
                  <a:pt x="150" y="396"/>
                  <a:pt x="150" y="396"/>
                  <a:pt x="150" y="396"/>
                </a:cubicBezTo>
                <a:cubicBezTo>
                  <a:pt x="174" y="402"/>
                  <a:pt x="174" y="402"/>
                  <a:pt x="174" y="402"/>
                </a:cubicBezTo>
                <a:cubicBezTo>
                  <a:pt x="194" y="373"/>
                  <a:pt x="194" y="373"/>
                  <a:pt x="194" y="373"/>
                </a:cubicBezTo>
                <a:cubicBezTo>
                  <a:pt x="200" y="373"/>
                  <a:pt x="206" y="373"/>
                  <a:pt x="212" y="372"/>
                </a:cubicBezTo>
                <a:cubicBezTo>
                  <a:pt x="232" y="402"/>
                  <a:pt x="232" y="402"/>
                  <a:pt x="232" y="402"/>
                </a:cubicBezTo>
                <a:cubicBezTo>
                  <a:pt x="278" y="389"/>
                  <a:pt x="278" y="389"/>
                  <a:pt x="278" y="389"/>
                </a:cubicBezTo>
                <a:cubicBezTo>
                  <a:pt x="280" y="353"/>
                  <a:pt x="280" y="353"/>
                  <a:pt x="280" y="353"/>
                </a:cubicBezTo>
                <a:cubicBezTo>
                  <a:pt x="285" y="351"/>
                  <a:pt x="291" y="348"/>
                  <a:pt x="296" y="344"/>
                </a:cubicBezTo>
                <a:cubicBezTo>
                  <a:pt x="328" y="360"/>
                  <a:pt x="328" y="360"/>
                  <a:pt x="328" y="360"/>
                </a:cubicBezTo>
                <a:cubicBezTo>
                  <a:pt x="362" y="326"/>
                  <a:pt x="362" y="326"/>
                  <a:pt x="362" y="326"/>
                </a:cubicBezTo>
                <a:cubicBezTo>
                  <a:pt x="345" y="294"/>
                  <a:pt x="345" y="294"/>
                  <a:pt x="345" y="294"/>
                </a:cubicBezTo>
                <a:cubicBezTo>
                  <a:pt x="349" y="289"/>
                  <a:pt x="352" y="283"/>
                  <a:pt x="354" y="277"/>
                </a:cubicBezTo>
                <a:cubicBezTo>
                  <a:pt x="390" y="275"/>
                  <a:pt x="390" y="275"/>
                  <a:pt x="390" y="275"/>
                </a:cubicBezTo>
                <a:cubicBezTo>
                  <a:pt x="396" y="251"/>
                  <a:pt x="396" y="251"/>
                  <a:pt x="396" y="251"/>
                </a:cubicBezTo>
                <a:cubicBezTo>
                  <a:pt x="402" y="229"/>
                  <a:pt x="402" y="229"/>
                  <a:pt x="402" y="229"/>
                </a:cubicBezTo>
                <a:cubicBezTo>
                  <a:pt x="373" y="209"/>
                  <a:pt x="373" y="209"/>
                  <a:pt x="373" y="209"/>
                </a:cubicBezTo>
                <a:cubicBezTo>
                  <a:pt x="373" y="209"/>
                  <a:pt x="373" y="209"/>
                  <a:pt x="373" y="209"/>
                </a:cubicBezTo>
                <a:close/>
                <a:moveTo>
                  <a:pt x="166" y="335"/>
                </a:moveTo>
                <a:cubicBezTo>
                  <a:pt x="93" y="316"/>
                  <a:pt x="48" y="241"/>
                  <a:pt x="67" y="167"/>
                </a:cubicBezTo>
                <a:cubicBezTo>
                  <a:pt x="87" y="93"/>
                  <a:pt x="162" y="49"/>
                  <a:pt x="235" y="68"/>
                </a:cubicBezTo>
                <a:cubicBezTo>
                  <a:pt x="309" y="87"/>
                  <a:pt x="354" y="162"/>
                  <a:pt x="335" y="236"/>
                </a:cubicBezTo>
                <a:cubicBezTo>
                  <a:pt x="316" y="310"/>
                  <a:pt x="241" y="354"/>
                  <a:pt x="166" y="335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8"/>
          <p:cNvSpPr/>
          <p:nvPr/>
        </p:nvSpPr>
        <p:spPr bwMode="auto">
          <a:xfrm>
            <a:off x="1139686" y="2365231"/>
            <a:ext cx="432544" cy="496777"/>
          </a:xfrm>
          <a:custGeom>
            <a:avLst/>
            <a:gdLst>
              <a:gd name="T0" fmla="*/ 162 w 162"/>
              <a:gd name="T1" fmla="*/ 0 h 185"/>
              <a:gd name="T2" fmla="*/ 96 w 162"/>
              <a:gd name="T3" fmla="*/ 14 h 185"/>
              <a:gd name="T4" fmla="*/ 102 w 162"/>
              <a:gd name="T5" fmla="*/ 25 h 185"/>
              <a:gd name="T6" fmla="*/ 1 w 162"/>
              <a:gd name="T7" fmla="*/ 178 h 185"/>
              <a:gd name="T8" fmla="*/ 5 w 162"/>
              <a:gd name="T9" fmla="*/ 185 h 185"/>
              <a:gd name="T10" fmla="*/ 7 w 162"/>
              <a:gd name="T11" fmla="*/ 185 h 185"/>
              <a:gd name="T12" fmla="*/ 13 w 162"/>
              <a:gd name="T13" fmla="*/ 180 h 185"/>
              <a:gd name="T14" fmla="*/ 107 w 162"/>
              <a:gd name="T15" fmla="*/ 36 h 185"/>
              <a:gd name="T16" fmla="*/ 112 w 162"/>
              <a:gd name="T17" fmla="*/ 45 h 185"/>
              <a:gd name="T18" fmla="*/ 162 w 162"/>
              <a:gd name="T19" fmla="*/ 0 h 1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62" h="185">
                <a:moveTo>
                  <a:pt x="162" y="0"/>
                </a:moveTo>
                <a:cubicBezTo>
                  <a:pt x="96" y="14"/>
                  <a:pt x="96" y="14"/>
                  <a:pt x="96" y="14"/>
                </a:cubicBezTo>
                <a:cubicBezTo>
                  <a:pt x="102" y="25"/>
                  <a:pt x="102" y="25"/>
                  <a:pt x="102" y="25"/>
                </a:cubicBezTo>
                <a:cubicBezTo>
                  <a:pt x="51" y="62"/>
                  <a:pt x="14" y="117"/>
                  <a:pt x="1" y="178"/>
                </a:cubicBezTo>
                <a:cubicBezTo>
                  <a:pt x="0" y="181"/>
                  <a:pt x="2" y="184"/>
                  <a:pt x="5" y="185"/>
                </a:cubicBezTo>
                <a:cubicBezTo>
                  <a:pt x="6" y="185"/>
                  <a:pt x="6" y="185"/>
                  <a:pt x="7" y="185"/>
                </a:cubicBezTo>
                <a:cubicBezTo>
                  <a:pt x="10" y="185"/>
                  <a:pt x="12" y="183"/>
                  <a:pt x="13" y="180"/>
                </a:cubicBezTo>
                <a:cubicBezTo>
                  <a:pt x="25" y="123"/>
                  <a:pt x="59" y="71"/>
                  <a:pt x="107" y="36"/>
                </a:cubicBezTo>
                <a:cubicBezTo>
                  <a:pt x="112" y="45"/>
                  <a:pt x="112" y="45"/>
                  <a:pt x="112" y="45"/>
                </a:cubicBezTo>
                <a:lnTo>
                  <a:pt x="16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Oval 9"/>
          <p:cNvSpPr>
            <a:spLocks noChangeArrowheads="1"/>
          </p:cNvSpPr>
          <p:nvPr/>
        </p:nvSpPr>
        <p:spPr bwMode="auto">
          <a:xfrm>
            <a:off x="1481450" y="2663031"/>
            <a:ext cx="647481" cy="65168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10"/>
          <p:cNvSpPr>
            <a:spLocks noEditPoints="1"/>
          </p:cNvSpPr>
          <p:nvPr/>
        </p:nvSpPr>
        <p:spPr bwMode="auto">
          <a:xfrm>
            <a:off x="6801470" y="2448028"/>
            <a:ext cx="1074685" cy="1081693"/>
          </a:xfrm>
          <a:custGeom>
            <a:avLst/>
            <a:gdLst>
              <a:gd name="T0" fmla="*/ 373 w 402"/>
              <a:gd name="T1" fmla="*/ 209 h 402"/>
              <a:gd name="T2" fmla="*/ 372 w 402"/>
              <a:gd name="T3" fmla="*/ 190 h 402"/>
              <a:gd name="T4" fmla="*/ 401 w 402"/>
              <a:gd name="T5" fmla="*/ 170 h 402"/>
              <a:gd name="T6" fmla="*/ 389 w 402"/>
              <a:gd name="T7" fmla="*/ 124 h 402"/>
              <a:gd name="T8" fmla="*/ 353 w 402"/>
              <a:gd name="T9" fmla="*/ 123 h 402"/>
              <a:gd name="T10" fmla="*/ 344 w 402"/>
              <a:gd name="T11" fmla="*/ 107 h 402"/>
              <a:gd name="T12" fmla="*/ 360 w 402"/>
              <a:gd name="T13" fmla="*/ 74 h 402"/>
              <a:gd name="T14" fmla="*/ 325 w 402"/>
              <a:gd name="T15" fmla="*/ 41 h 402"/>
              <a:gd name="T16" fmla="*/ 293 w 402"/>
              <a:gd name="T17" fmla="*/ 57 h 402"/>
              <a:gd name="T18" fmla="*/ 277 w 402"/>
              <a:gd name="T19" fmla="*/ 48 h 402"/>
              <a:gd name="T20" fmla="*/ 275 w 402"/>
              <a:gd name="T21" fmla="*/ 12 h 402"/>
              <a:gd name="T22" fmla="*/ 251 w 402"/>
              <a:gd name="T23" fmla="*/ 6 h 402"/>
              <a:gd name="T24" fmla="*/ 228 w 402"/>
              <a:gd name="T25" fmla="*/ 0 h 402"/>
              <a:gd name="T26" fmla="*/ 209 w 402"/>
              <a:gd name="T27" fmla="*/ 30 h 402"/>
              <a:gd name="T28" fmla="*/ 190 w 402"/>
              <a:gd name="T29" fmla="*/ 30 h 402"/>
              <a:gd name="T30" fmla="*/ 170 w 402"/>
              <a:gd name="T31" fmla="*/ 1 h 402"/>
              <a:gd name="T32" fmla="*/ 124 w 402"/>
              <a:gd name="T33" fmla="*/ 13 h 402"/>
              <a:gd name="T34" fmla="*/ 122 w 402"/>
              <a:gd name="T35" fmla="*/ 49 h 402"/>
              <a:gd name="T36" fmla="*/ 106 w 402"/>
              <a:gd name="T37" fmla="*/ 59 h 402"/>
              <a:gd name="T38" fmla="*/ 74 w 402"/>
              <a:gd name="T39" fmla="*/ 43 h 402"/>
              <a:gd name="T40" fmla="*/ 41 w 402"/>
              <a:gd name="T41" fmla="*/ 77 h 402"/>
              <a:gd name="T42" fmla="*/ 56 w 402"/>
              <a:gd name="T43" fmla="*/ 109 h 402"/>
              <a:gd name="T44" fmla="*/ 47 w 402"/>
              <a:gd name="T45" fmla="*/ 126 h 402"/>
              <a:gd name="T46" fmla="*/ 12 w 402"/>
              <a:gd name="T47" fmla="*/ 128 h 402"/>
              <a:gd name="T48" fmla="*/ 6 w 402"/>
              <a:gd name="T49" fmla="*/ 151 h 402"/>
              <a:gd name="T50" fmla="*/ 0 w 402"/>
              <a:gd name="T51" fmla="*/ 174 h 402"/>
              <a:gd name="T52" fmla="*/ 30 w 402"/>
              <a:gd name="T53" fmla="*/ 194 h 402"/>
              <a:gd name="T54" fmla="*/ 30 w 402"/>
              <a:gd name="T55" fmla="*/ 212 h 402"/>
              <a:gd name="T56" fmla="*/ 0 w 402"/>
              <a:gd name="T57" fmla="*/ 233 h 402"/>
              <a:gd name="T58" fmla="*/ 13 w 402"/>
              <a:gd name="T59" fmla="*/ 279 h 402"/>
              <a:gd name="T60" fmla="*/ 49 w 402"/>
              <a:gd name="T61" fmla="*/ 280 h 402"/>
              <a:gd name="T62" fmla="*/ 59 w 402"/>
              <a:gd name="T63" fmla="*/ 296 h 402"/>
              <a:gd name="T64" fmla="*/ 43 w 402"/>
              <a:gd name="T65" fmla="*/ 328 h 402"/>
              <a:gd name="T66" fmla="*/ 77 w 402"/>
              <a:gd name="T67" fmla="*/ 362 h 402"/>
              <a:gd name="T68" fmla="*/ 109 w 402"/>
              <a:gd name="T69" fmla="*/ 345 h 402"/>
              <a:gd name="T70" fmla="*/ 125 w 402"/>
              <a:gd name="T71" fmla="*/ 355 h 402"/>
              <a:gd name="T72" fmla="*/ 128 w 402"/>
              <a:gd name="T73" fmla="*/ 390 h 402"/>
              <a:gd name="T74" fmla="*/ 150 w 402"/>
              <a:gd name="T75" fmla="*/ 396 h 402"/>
              <a:gd name="T76" fmla="*/ 174 w 402"/>
              <a:gd name="T77" fmla="*/ 402 h 402"/>
              <a:gd name="T78" fmla="*/ 194 w 402"/>
              <a:gd name="T79" fmla="*/ 373 h 402"/>
              <a:gd name="T80" fmla="*/ 212 w 402"/>
              <a:gd name="T81" fmla="*/ 372 h 402"/>
              <a:gd name="T82" fmla="*/ 232 w 402"/>
              <a:gd name="T83" fmla="*/ 402 h 402"/>
              <a:gd name="T84" fmla="*/ 278 w 402"/>
              <a:gd name="T85" fmla="*/ 389 h 402"/>
              <a:gd name="T86" fmla="*/ 280 w 402"/>
              <a:gd name="T87" fmla="*/ 353 h 402"/>
              <a:gd name="T88" fmla="*/ 296 w 402"/>
              <a:gd name="T89" fmla="*/ 344 h 402"/>
              <a:gd name="T90" fmla="*/ 328 w 402"/>
              <a:gd name="T91" fmla="*/ 360 h 402"/>
              <a:gd name="T92" fmla="*/ 362 w 402"/>
              <a:gd name="T93" fmla="*/ 326 h 402"/>
              <a:gd name="T94" fmla="*/ 345 w 402"/>
              <a:gd name="T95" fmla="*/ 294 h 402"/>
              <a:gd name="T96" fmla="*/ 354 w 402"/>
              <a:gd name="T97" fmla="*/ 277 h 402"/>
              <a:gd name="T98" fmla="*/ 390 w 402"/>
              <a:gd name="T99" fmla="*/ 275 h 402"/>
              <a:gd name="T100" fmla="*/ 396 w 402"/>
              <a:gd name="T101" fmla="*/ 251 h 402"/>
              <a:gd name="T102" fmla="*/ 402 w 402"/>
              <a:gd name="T103" fmla="*/ 229 h 402"/>
              <a:gd name="T104" fmla="*/ 373 w 402"/>
              <a:gd name="T105" fmla="*/ 209 h 402"/>
              <a:gd name="T106" fmla="*/ 373 w 402"/>
              <a:gd name="T107" fmla="*/ 209 h 402"/>
              <a:gd name="T108" fmla="*/ 166 w 402"/>
              <a:gd name="T109" fmla="*/ 335 h 402"/>
              <a:gd name="T110" fmla="*/ 67 w 402"/>
              <a:gd name="T111" fmla="*/ 167 h 402"/>
              <a:gd name="T112" fmla="*/ 235 w 402"/>
              <a:gd name="T113" fmla="*/ 68 h 402"/>
              <a:gd name="T114" fmla="*/ 335 w 402"/>
              <a:gd name="T115" fmla="*/ 236 h 402"/>
              <a:gd name="T116" fmla="*/ 166 w 402"/>
              <a:gd name="T117" fmla="*/ 335 h 4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402" h="402">
                <a:moveTo>
                  <a:pt x="373" y="209"/>
                </a:moveTo>
                <a:cubicBezTo>
                  <a:pt x="373" y="203"/>
                  <a:pt x="373" y="197"/>
                  <a:pt x="372" y="190"/>
                </a:cubicBezTo>
                <a:cubicBezTo>
                  <a:pt x="401" y="170"/>
                  <a:pt x="401" y="170"/>
                  <a:pt x="401" y="170"/>
                </a:cubicBezTo>
                <a:cubicBezTo>
                  <a:pt x="389" y="124"/>
                  <a:pt x="389" y="124"/>
                  <a:pt x="389" y="124"/>
                </a:cubicBezTo>
                <a:cubicBezTo>
                  <a:pt x="353" y="123"/>
                  <a:pt x="353" y="123"/>
                  <a:pt x="353" y="123"/>
                </a:cubicBezTo>
                <a:cubicBezTo>
                  <a:pt x="351" y="117"/>
                  <a:pt x="347" y="111"/>
                  <a:pt x="344" y="107"/>
                </a:cubicBezTo>
                <a:cubicBezTo>
                  <a:pt x="360" y="74"/>
                  <a:pt x="360" y="74"/>
                  <a:pt x="360" y="74"/>
                </a:cubicBezTo>
                <a:cubicBezTo>
                  <a:pt x="325" y="41"/>
                  <a:pt x="325" y="41"/>
                  <a:pt x="325" y="41"/>
                </a:cubicBezTo>
                <a:cubicBezTo>
                  <a:pt x="293" y="57"/>
                  <a:pt x="293" y="57"/>
                  <a:pt x="293" y="57"/>
                </a:cubicBezTo>
                <a:cubicBezTo>
                  <a:pt x="288" y="54"/>
                  <a:pt x="282" y="51"/>
                  <a:pt x="277" y="48"/>
                </a:cubicBezTo>
                <a:cubicBezTo>
                  <a:pt x="275" y="12"/>
                  <a:pt x="275" y="12"/>
                  <a:pt x="275" y="12"/>
                </a:cubicBezTo>
                <a:cubicBezTo>
                  <a:pt x="251" y="6"/>
                  <a:pt x="251" y="6"/>
                  <a:pt x="251" y="6"/>
                </a:cubicBezTo>
                <a:cubicBezTo>
                  <a:pt x="228" y="0"/>
                  <a:pt x="228" y="0"/>
                  <a:pt x="228" y="0"/>
                </a:cubicBezTo>
                <a:cubicBezTo>
                  <a:pt x="209" y="30"/>
                  <a:pt x="209" y="30"/>
                  <a:pt x="209" y="30"/>
                </a:cubicBezTo>
                <a:cubicBezTo>
                  <a:pt x="203" y="30"/>
                  <a:pt x="196" y="30"/>
                  <a:pt x="190" y="30"/>
                </a:cubicBezTo>
                <a:cubicBezTo>
                  <a:pt x="170" y="1"/>
                  <a:pt x="170" y="1"/>
                  <a:pt x="170" y="1"/>
                </a:cubicBezTo>
                <a:cubicBezTo>
                  <a:pt x="124" y="13"/>
                  <a:pt x="124" y="13"/>
                  <a:pt x="124" y="13"/>
                </a:cubicBezTo>
                <a:cubicBezTo>
                  <a:pt x="122" y="49"/>
                  <a:pt x="122" y="49"/>
                  <a:pt x="122" y="49"/>
                </a:cubicBezTo>
                <a:cubicBezTo>
                  <a:pt x="116" y="52"/>
                  <a:pt x="111" y="55"/>
                  <a:pt x="106" y="59"/>
                </a:cubicBezTo>
                <a:cubicBezTo>
                  <a:pt x="74" y="43"/>
                  <a:pt x="74" y="43"/>
                  <a:pt x="74" y="43"/>
                </a:cubicBezTo>
                <a:cubicBezTo>
                  <a:pt x="41" y="77"/>
                  <a:pt x="41" y="77"/>
                  <a:pt x="41" y="77"/>
                </a:cubicBezTo>
                <a:cubicBezTo>
                  <a:pt x="56" y="109"/>
                  <a:pt x="56" y="109"/>
                  <a:pt x="56" y="109"/>
                </a:cubicBezTo>
                <a:cubicBezTo>
                  <a:pt x="53" y="114"/>
                  <a:pt x="50" y="120"/>
                  <a:pt x="47" y="126"/>
                </a:cubicBezTo>
                <a:cubicBezTo>
                  <a:pt x="12" y="128"/>
                  <a:pt x="12" y="128"/>
                  <a:pt x="12" y="128"/>
                </a:cubicBezTo>
                <a:cubicBezTo>
                  <a:pt x="6" y="151"/>
                  <a:pt x="6" y="151"/>
                  <a:pt x="6" y="151"/>
                </a:cubicBezTo>
                <a:cubicBezTo>
                  <a:pt x="0" y="174"/>
                  <a:pt x="0" y="174"/>
                  <a:pt x="0" y="174"/>
                </a:cubicBezTo>
                <a:cubicBezTo>
                  <a:pt x="30" y="194"/>
                  <a:pt x="30" y="194"/>
                  <a:pt x="30" y="194"/>
                </a:cubicBezTo>
                <a:cubicBezTo>
                  <a:pt x="30" y="200"/>
                  <a:pt x="30" y="206"/>
                  <a:pt x="30" y="212"/>
                </a:cubicBezTo>
                <a:cubicBezTo>
                  <a:pt x="0" y="233"/>
                  <a:pt x="0" y="233"/>
                  <a:pt x="0" y="233"/>
                </a:cubicBezTo>
                <a:cubicBezTo>
                  <a:pt x="13" y="279"/>
                  <a:pt x="13" y="279"/>
                  <a:pt x="13" y="279"/>
                </a:cubicBezTo>
                <a:cubicBezTo>
                  <a:pt x="49" y="280"/>
                  <a:pt x="49" y="280"/>
                  <a:pt x="49" y="280"/>
                </a:cubicBezTo>
                <a:cubicBezTo>
                  <a:pt x="52" y="286"/>
                  <a:pt x="55" y="291"/>
                  <a:pt x="59" y="296"/>
                </a:cubicBezTo>
                <a:cubicBezTo>
                  <a:pt x="43" y="328"/>
                  <a:pt x="43" y="328"/>
                  <a:pt x="43" y="328"/>
                </a:cubicBezTo>
                <a:cubicBezTo>
                  <a:pt x="77" y="362"/>
                  <a:pt x="77" y="362"/>
                  <a:pt x="77" y="362"/>
                </a:cubicBezTo>
                <a:cubicBezTo>
                  <a:pt x="109" y="345"/>
                  <a:pt x="109" y="345"/>
                  <a:pt x="109" y="345"/>
                </a:cubicBezTo>
                <a:cubicBezTo>
                  <a:pt x="114" y="349"/>
                  <a:pt x="119" y="352"/>
                  <a:pt x="125" y="355"/>
                </a:cubicBezTo>
                <a:cubicBezTo>
                  <a:pt x="128" y="390"/>
                  <a:pt x="128" y="390"/>
                  <a:pt x="128" y="390"/>
                </a:cubicBezTo>
                <a:cubicBezTo>
                  <a:pt x="150" y="396"/>
                  <a:pt x="150" y="396"/>
                  <a:pt x="150" y="396"/>
                </a:cubicBezTo>
                <a:cubicBezTo>
                  <a:pt x="174" y="402"/>
                  <a:pt x="174" y="402"/>
                  <a:pt x="174" y="402"/>
                </a:cubicBezTo>
                <a:cubicBezTo>
                  <a:pt x="194" y="373"/>
                  <a:pt x="194" y="373"/>
                  <a:pt x="194" y="373"/>
                </a:cubicBezTo>
                <a:cubicBezTo>
                  <a:pt x="200" y="373"/>
                  <a:pt x="206" y="373"/>
                  <a:pt x="212" y="372"/>
                </a:cubicBezTo>
                <a:cubicBezTo>
                  <a:pt x="232" y="402"/>
                  <a:pt x="232" y="402"/>
                  <a:pt x="232" y="402"/>
                </a:cubicBezTo>
                <a:cubicBezTo>
                  <a:pt x="278" y="389"/>
                  <a:pt x="278" y="389"/>
                  <a:pt x="278" y="389"/>
                </a:cubicBezTo>
                <a:cubicBezTo>
                  <a:pt x="280" y="353"/>
                  <a:pt x="280" y="353"/>
                  <a:pt x="280" y="353"/>
                </a:cubicBezTo>
                <a:cubicBezTo>
                  <a:pt x="285" y="351"/>
                  <a:pt x="291" y="348"/>
                  <a:pt x="296" y="344"/>
                </a:cubicBezTo>
                <a:cubicBezTo>
                  <a:pt x="328" y="360"/>
                  <a:pt x="328" y="360"/>
                  <a:pt x="328" y="360"/>
                </a:cubicBezTo>
                <a:cubicBezTo>
                  <a:pt x="362" y="326"/>
                  <a:pt x="362" y="326"/>
                  <a:pt x="362" y="326"/>
                </a:cubicBezTo>
                <a:cubicBezTo>
                  <a:pt x="345" y="294"/>
                  <a:pt x="345" y="294"/>
                  <a:pt x="345" y="294"/>
                </a:cubicBezTo>
                <a:cubicBezTo>
                  <a:pt x="349" y="289"/>
                  <a:pt x="352" y="283"/>
                  <a:pt x="354" y="277"/>
                </a:cubicBezTo>
                <a:cubicBezTo>
                  <a:pt x="390" y="275"/>
                  <a:pt x="390" y="275"/>
                  <a:pt x="390" y="275"/>
                </a:cubicBezTo>
                <a:cubicBezTo>
                  <a:pt x="396" y="251"/>
                  <a:pt x="396" y="251"/>
                  <a:pt x="396" y="251"/>
                </a:cubicBezTo>
                <a:cubicBezTo>
                  <a:pt x="402" y="229"/>
                  <a:pt x="402" y="229"/>
                  <a:pt x="402" y="229"/>
                </a:cubicBezTo>
                <a:cubicBezTo>
                  <a:pt x="373" y="209"/>
                  <a:pt x="373" y="209"/>
                  <a:pt x="373" y="209"/>
                </a:cubicBezTo>
                <a:cubicBezTo>
                  <a:pt x="373" y="209"/>
                  <a:pt x="373" y="209"/>
                  <a:pt x="373" y="209"/>
                </a:cubicBezTo>
                <a:close/>
                <a:moveTo>
                  <a:pt x="166" y="335"/>
                </a:moveTo>
                <a:cubicBezTo>
                  <a:pt x="93" y="316"/>
                  <a:pt x="48" y="241"/>
                  <a:pt x="67" y="167"/>
                </a:cubicBezTo>
                <a:cubicBezTo>
                  <a:pt x="87" y="93"/>
                  <a:pt x="162" y="49"/>
                  <a:pt x="235" y="68"/>
                </a:cubicBezTo>
                <a:cubicBezTo>
                  <a:pt x="309" y="87"/>
                  <a:pt x="354" y="162"/>
                  <a:pt x="335" y="236"/>
                </a:cubicBezTo>
                <a:cubicBezTo>
                  <a:pt x="316" y="310"/>
                  <a:pt x="241" y="354"/>
                  <a:pt x="166" y="335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11"/>
          <p:cNvSpPr/>
          <p:nvPr/>
        </p:nvSpPr>
        <p:spPr bwMode="auto">
          <a:xfrm>
            <a:off x="7571770" y="3115738"/>
            <a:ext cx="432544" cy="496777"/>
          </a:xfrm>
          <a:custGeom>
            <a:avLst/>
            <a:gdLst>
              <a:gd name="T0" fmla="*/ 0 w 162"/>
              <a:gd name="T1" fmla="*/ 185 h 185"/>
              <a:gd name="T2" fmla="*/ 66 w 162"/>
              <a:gd name="T3" fmla="*/ 171 h 185"/>
              <a:gd name="T4" fmla="*/ 60 w 162"/>
              <a:gd name="T5" fmla="*/ 160 h 185"/>
              <a:gd name="T6" fmla="*/ 161 w 162"/>
              <a:gd name="T7" fmla="*/ 8 h 185"/>
              <a:gd name="T8" fmla="*/ 156 w 162"/>
              <a:gd name="T9" fmla="*/ 0 h 185"/>
              <a:gd name="T10" fmla="*/ 155 w 162"/>
              <a:gd name="T11" fmla="*/ 0 h 185"/>
              <a:gd name="T12" fmla="*/ 149 w 162"/>
              <a:gd name="T13" fmla="*/ 5 h 185"/>
              <a:gd name="T14" fmla="*/ 54 w 162"/>
              <a:gd name="T15" fmla="*/ 149 h 185"/>
              <a:gd name="T16" fmla="*/ 50 w 162"/>
              <a:gd name="T17" fmla="*/ 140 h 185"/>
              <a:gd name="T18" fmla="*/ 0 w 162"/>
              <a:gd name="T19" fmla="*/ 185 h 1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62" h="185">
                <a:moveTo>
                  <a:pt x="0" y="185"/>
                </a:moveTo>
                <a:cubicBezTo>
                  <a:pt x="66" y="171"/>
                  <a:pt x="66" y="171"/>
                  <a:pt x="66" y="171"/>
                </a:cubicBezTo>
                <a:cubicBezTo>
                  <a:pt x="60" y="160"/>
                  <a:pt x="60" y="160"/>
                  <a:pt x="60" y="160"/>
                </a:cubicBezTo>
                <a:cubicBezTo>
                  <a:pt x="111" y="124"/>
                  <a:pt x="147" y="69"/>
                  <a:pt x="161" y="8"/>
                </a:cubicBezTo>
                <a:cubicBezTo>
                  <a:pt x="162" y="4"/>
                  <a:pt x="159" y="1"/>
                  <a:pt x="156" y="0"/>
                </a:cubicBezTo>
                <a:cubicBezTo>
                  <a:pt x="156" y="0"/>
                  <a:pt x="155" y="0"/>
                  <a:pt x="155" y="0"/>
                </a:cubicBezTo>
                <a:cubicBezTo>
                  <a:pt x="152" y="0"/>
                  <a:pt x="150" y="2"/>
                  <a:pt x="149" y="5"/>
                </a:cubicBezTo>
                <a:cubicBezTo>
                  <a:pt x="136" y="63"/>
                  <a:pt x="102" y="114"/>
                  <a:pt x="54" y="149"/>
                </a:cubicBezTo>
                <a:cubicBezTo>
                  <a:pt x="50" y="140"/>
                  <a:pt x="50" y="140"/>
                  <a:pt x="50" y="140"/>
                </a:cubicBezTo>
                <a:lnTo>
                  <a:pt x="0" y="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Oval 12"/>
          <p:cNvSpPr>
            <a:spLocks noChangeArrowheads="1"/>
          </p:cNvSpPr>
          <p:nvPr/>
        </p:nvSpPr>
        <p:spPr bwMode="auto">
          <a:xfrm>
            <a:off x="7015072" y="2663031"/>
            <a:ext cx="647481" cy="65168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3"/>
          <p:cNvSpPr>
            <a:spLocks noEditPoints="1"/>
          </p:cNvSpPr>
          <p:nvPr/>
        </p:nvSpPr>
        <p:spPr bwMode="auto">
          <a:xfrm>
            <a:off x="2374573" y="2448028"/>
            <a:ext cx="1074685" cy="1081693"/>
          </a:xfrm>
          <a:custGeom>
            <a:avLst/>
            <a:gdLst>
              <a:gd name="T0" fmla="*/ 373 w 402"/>
              <a:gd name="T1" fmla="*/ 209 h 402"/>
              <a:gd name="T2" fmla="*/ 372 w 402"/>
              <a:gd name="T3" fmla="*/ 190 h 402"/>
              <a:gd name="T4" fmla="*/ 401 w 402"/>
              <a:gd name="T5" fmla="*/ 170 h 402"/>
              <a:gd name="T6" fmla="*/ 389 w 402"/>
              <a:gd name="T7" fmla="*/ 124 h 402"/>
              <a:gd name="T8" fmla="*/ 353 w 402"/>
              <a:gd name="T9" fmla="*/ 123 h 402"/>
              <a:gd name="T10" fmla="*/ 344 w 402"/>
              <a:gd name="T11" fmla="*/ 107 h 402"/>
              <a:gd name="T12" fmla="*/ 360 w 402"/>
              <a:gd name="T13" fmla="*/ 74 h 402"/>
              <a:gd name="T14" fmla="*/ 325 w 402"/>
              <a:gd name="T15" fmla="*/ 41 h 402"/>
              <a:gd name="T16" fmla="*/ 293 w 402"/>
              <a:gd name="T17" fmla="*/ 57 h 402"/>
              <a:gd name="T18" fmla="*/ 277 w 402"/>
              <a:gd name="T19" fmla="*/ 48 h 402"/>
              <a:gd name="T20" fmla="*/ 275 w 402"/>
              <a:gd name="T21" fmla="*/ 12 h 402"/>
              <a:gd name="T22" fmla="*/ 251 w 402"/>
              <a:gd name="T23" fmla="*/ 6 h 402"/>
              <a:gd name="T24" fmla="*/ 228 w 402"/>
              <a:gd name="T25" fmla="*/ 0 h 402"/>
              <a:gd name="T26" fmla="*/ 209 w 402"/>
              <a:gd name="T27" fmla="*/ 30 h 402"/>
              <a:gd name="T28" fmla="*/ 190 w 402"/>
              <a:gd name="T29" fmla="*/ 30 h 402"/>
              <a:gd name="T30" fmla="*/ 170 w 402"/>
              <a:gd name="T31" fmla="*/ 1 h 402"/>
              <a:gd name="T32" fmla="*/ 124 w 402"/>
              <a:gd name="T33" fmla="*/ 13 h 402"/>
              <a:gd name="T34" fmla="*/ 122 w 402"/>
              <a:gd name="T35" fmla="*/ 49 h 402"/>
              <a:gd name="T36" fmla="*/ 106 w 402"/>
              <a:gd name="T37" fmla="*/ 59 h 402"/>
              <a:gd name="T38" fmla="*/ 74 w 402"/>
              <a:gd name="T39" fmla="*/ 43 h 402"/>
              <a:gd name="T40" fmla="*/ 41 w 402"/>
              <a:gd name="T41" fmla="*/ 77 h 402"/>
              <a:gd name="T42" fmla="*/ 56 w 402"/>
              <a:gd name="T43" fmla="*/ 109 h 402"/>
              <a:gd name="T44" fmla="*/ 47 w 402"/>
              <a:gd name="T45" fmla="*/ 126 h 402"/>
              <a:gd name="T46" fmla="*/ 12 w 402"/>
              <a:gd name="T47" fmla="*/ 128 h 402"/>
              <a:gd name="T48" fmla="*/ 6 w 402"/>
              <a:gd name="T49" fmla="*/ 151 h 402"/>
              <a:gd name="T50" fmla="*/ 0 w 402"/>
              <a:gd name="T51" fmla="*/ 174 h 402"/>
              <a:gd name="T52" fmla="*/ 30 w 402"/>
              <a:gd name="T53" fmla="*/ 194 h 402"/>
              <a:gd name="T54" fmla="*/ 30 w 402"/>
              <a:gd name="T55" fmla="*/ 212 h 402"/>
              <a:gd name="T56" fmla="*/ 0 w 402"/>
              <a:gd name="T57" fmla="*/ 233 h 402"/>
              <a:gd name="T58" fmla="*/ 13 w 402"/>
              <a:gd name="T59" fmla="*/ 279 h 402"/>
              <a:gd name="T60" fmla="*/ 49 w 402"/>
              <a:gd name="T61" fmla="*/ 280 h 402"/>
              <a:gd name="T62" fmla="*/ 59 w 402"/>
              <a:gd name="T63" fmla="*/ 296 h 402"/>
              <a:gd name="T64" fmla="*/ 43 w 402"/>
              <a:gd name="T65" fmla="*/ 328 h 402"/>
              <a:gd name="T66" fmla="*/ 77 w 402"/>
              <a:gd name="T67" fmla="*/ 362 h 402"/>
              <a:gd name="T68" fmla="*/ 109 w 402"/>
              <a:gd name="T69" fmla="*/ 345 h 402"/>
              <a:gd name="T70" fmla="*/ 125 w 402"/>
              <a:gd name="T71" fmla="*/ 355 h 402"/>
              <a:gd name="T72" fmla="*/ 128 w 402"/>
              <a:gd name="T73" fmla="*/ 390 h 402"/>
              <a:gd name="T74" fmla="*/ 150 w 402"/>
              <a:gd name="T75" fmla="*/ 396 h 402"/>
              <a:gd name="T76" fmla="*/ 174 w 402"/>
              <a:gd name="T77" fmla="*/ 402 h 402"/>
              <a:gd name="T78" fmla="*/ 194 w 402"/>
              <a:gd name="T79" fmla="*/ 373 h 402"/>
              <a:gd name="T80" fmla="*/ 212 w 402"/>
              <a:gd name="T81" fmla="*/ 372 h 402"/>
              <a:gd name="T82" fmla="*/ 232 w 402"/>
              <a:gd name="T83" fmla="*/ 402 h 402"/>
              <a:gd name="T84" fmla="*/ 278 w 402"/>
              <a:gd name="T85" fmla="*/ 389 h 402"/>
              <a:gd name="T86" fmla="*/ 280 w 402"/>
              <a:gd name="T87" fmla="*/ 353 h 402"/>
              <a:gd name="T88" fmla="*/ 296 w 402"/>
              <a:gd name="T89" fmla="*/ 344 h 402"/>
              <a:gd name="T90" fmla="*/ 328 w 402"/>
              <a:gd name="T91" fmla="*/ 360 h 402"/>
              <a:gd name="T92" fmla="*/ 362 w 402"/>
              <a:gd name="T93" fmla="*/ 326 h 402"/>
              <a:gd name="T94" fmla="*/ 345 w 402"/>
              <a:gd name="T95" fmla="*/ 294 h 402"/>
              <a:gd name="T96" fmla="*/ 354 w 402"/>
              <a:gd name="T97" fmla="*/ 277 h 402"/>
              <a:gd name="T98" fmla="*/ 390 w 402"/>
              <a:gd name="T99" fmla="*/ 275 h 402"/>
              <a:gd name="T100" fmla="*/ 396 w 402"/>
              <a:gd name="T101" fmla="*/ 251 h 402"/>
              <a:gd name="T102" fmla="*/ 402 w 402"/>
              <a:gd name="T103" fmla="*/ 229 h 402"/>
              <a:gd name="T104" fmla="*/ 373 w 402"/>
              <a:gd name="T105" fmla="*/ 209 h 402"/>
              <a:gd name="T106" fmla="*/ 373 w 402"/>
              <a:gd name="T107" fmla="*/ 209 h 402"/>
              <a:gd name="T108" fmla="*/ 166 w 402"/>
              <a:gd name="T109" fmla="*/ 335 h 402"/>
              <a:gd name="T110" fmla="*/ 67 w 402"/>
              <a:gd name="T111" fmla="*/ 167 h 402"/>
              <a:gd name="T112" fmla="*/ 235 w 402"/>
              <a:gd name="T113" fmla="*/ 68 h 402"/>
              <a:gd name="T114" fmla="*/ 335 w 402"/>
              <a:gd name="T115" fmla="*/ 236 h 402"/>
              <a:gd name="T116" fmla="*/ 166 w 402"/>
              <a:gd name="T117" fmla="*/ 335 h 4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402" h="402">
                <a:moveTo>
                  <a:pt x="373" y="209"/>
                </a:moveTo>
                <a:cubicBezTo>
                  <a:pt x="373" y="203"/>
                  <a:pt x="373" y="197"/>
                  <a:pt x="372" y="190"/>
                </a:cubicBezTo>
                <a:cubicBezTo>
                  <a:pt x="401" y="170"/>
                  <a:pt x="401" y="170"/>
                  <a:pt x="401" y="170"/>
                </a:cubicBezTo>
                <a:cubicBezTo>
                  <a:pt x="389" y="124"/>
                  <a:pt x="389" y="124"/>
                  <a:pt x="389" y="124"/>
                </a:cubicBezTo>
                <a:cubicBezTo>
                  <a:pt x="353" y="123"/>
                  <a:pt x="353" y="123"/>
                  <a:pt x="353" y="123"/>
                </a:cubicBezTo>
                <a:cubicBezTo>
                  <a:pt x="351" y="117"/>
                  <a:pt x="347" y="111"/>
                  <a:pt x="344" y="107"/>
                </a:cubicBezTo>
                <a:cubicBezTo>
                  <a:pt x="360" y="74"/>
                  <a:pt x="360" y="74"/>
                  <a:pt x="360" y="74"/>
                </a:cubicBezTo>
                <a:cubicBezTo>
                  <a:pt x="325" y="41"/>
                  <a:pt x="325" y="41"/>
                  <a:pt x="325" y="41"/>
                </a:cubicBezTo>
                <a:cubicBezTo>
                  <a:pt x="293" y="57"/>
                  <a:pt x="293" y="57"/>
                  <a:pt x="293" y="57"/>
                </a:cubicBezTo>
                <a:cubicBezTo>
                  <a:pt x="288" y="54"/>
                  <a:pt x="282" y="51"/>
                  <a:pt x="277" y="48"/>
                </a:cubicBezTo>
                <a:cubicBezTo>
                  <a:pt x="275" y="12"/>
                  <a:pt x="275" y="12"/>
                  <a:pt x="275" y="12"/>
                </a:cubicBezTo>
                <a:cubicBezTo>
                  <a:pt x="251" y="6"/>
                  <a:pt x="251" y="6"/>
                  <a:pt x="251" y="6"/>
                </a:cubicBezTo>
                <a:cubicBezTo>
                  <a:pt x="228" y="0"/>
                  <a:pt x="228" y="0"/>
                  <a:pt x="228" y="0"/>
                </a:cubicBezTo>
                <a:cubicBezTo>
                  <a:pt x="209" y="30"/>
                  <a:pt x="209" y="30"/>
                  <a:pt x="209" y="30"/>
                </a:cubicBezTo>
                <a:cubicBezTo>
                  <a:pt x="203" y="30"/>
                  <a:pt x="196" y="30"/>
                  <a:pt x="190" y="30"/>
                </a:cubicBezTo>
                <a:cubicBezTo>
                  <a:pt x="170" y="1"/>
                  <a:pt x="170" y="1"/>
                  <a:pt x="170" y="1"/>
                </a:cubicBezTo>
                <a:cubicBezTo>
                  <a:pt x="124" y="13"/>
                  <a:pt x="124" y="13"/>
                  <a:pt x="124" y="13"/>
                </a:cubicBezTo>
                <a:cubicBezTo>
                  <a:pt x="122" y="49"/>
                  <a:pt x="122" y="49"/>
                  <a:pt x="122" y="49"/>
                </a:cubicBezTo>
                <a:cubicBezTo>
                  <a:pt x="116" y="52"/>
                  <a:pt x="111" y="55"/>
                  <a:pt x="106" y="59"/>
                </a:cubicBezTo>
                <a:cubicBezTo>
                  <a:pt x="74" y="43"/>
                  <a:pt x="74" y="43"/>
                  <a:pt x="74" y="43"/>
                </a:cubicBezTo>
                <a:cubicBezTo>
                  <a:pt x="41" y="77"/>
                  <a:pt x="41" y="77"/>
                  <a:pt x="41" y="77"/>
                </a:cubicBezTo>
                <a:cubicBezTo>
                  <a:pt x="56" y="109"/>
                  <a:pt x="56" y="109"/>
                  <a:pt x="56" y="109"/>
                </a:cubicBezTo>
                <a:cubicBezTo>
                  <a:pt x="53" y="114"/>
                  <a:pt x="50" y="120"/>
                  <a:pt x="47" y="126"/>
                </a:cubicBezTo>
                <a:cubicBezTo>
                  <a:pt x="12" y="128"/>
                  <a:pt x="12" y="128"/>
                  <a:pt x="12" y="128"/>
                </a:cubicBezTo>
                <a:cubicBezTo>
                  <a:pt x="6" y="151"/>
                  <a:pt x="6" y="151"/>
                  <a:pt x="6" y="151"/>
                </a:cubicBezTo>
                <a:cubicBezTo>
                  <a:pt x="0" y="174"/>
                  <a:pt x="0" y="174"/>
                  <a:pt x="0" y="174"/>
                </a:cubicBezTo>
                <a:cubicBezTo>
                  <a:pt x="30" y="194"/>
                  <a:pt x="30" y="194"/>
                  <a:pt x="30" y="194"/>
                </a:cubicBezTo>
                <a:cubicBezTo>
                  <a:pt x="30" y="200"/>
                  <a:pt x="30" y="206"/>
                  <a:pt x="30" y="212"/>
                </a:cubicBezTo>
                <a:cubicBezTo>
                  <a:pt x="0" y="233"/>
                  <a:pt x="0" y="233"/>
                  <a:pt x="0" y="233"/>
                </a:cubicBezTo>
                <a:cubicBezTo>
                  <a:pt x="13" y="279"/>
                  <a:pt x="13" y="279"/>
                  <a:pt x="13" y="279"/>
                </a:cubicBezTo>
                <a:cubicBezTo>
                  <a:pt x="49" y="280"/>
                  <a:pt x="49" y="280"/>
                  <a:pt x="49" y="280"/>
                </a:cubicBezTo>
                <a:cubicBezTo>
                  <a:pt x="52" y="286"/>
                  <a:pt x="55" y="291"/>
                  <a:pt x="59" y="296"/>
                </a:cubicBezTo>
                <a:cubicBezTo>
                  <a:pt x="43" y="328"/>
                  <a:pt x="43" y="328"/>
                  <a:pt x="43" y="328"/>
                </a:cubicBezTo>
                <a:cubicBezTo>
                  <a:pt x="77" y="362"/>
                  <a:pt x="77" y="362"/>
                  <a:pt x="77" y="362"/>
                </a:cubicBezTo>
                <a:cubicBezTo>
                  <a:pt x="109" y="345"/>
                  <a:pt x="109" y="345"/>
                  <a:pt x="109" y="345"/>
                </a:cubicBezTo>
                <a:cubicBezTo>
                  <a:pt x="114" y="349"/>
                  <a:pt x="119" y="352"/>
                  <a:pt x="125" y="355"/>
                </a:cubicBezTo>
                <a:cubicBezTo>
                  <a:pt x="128" y="390"/>
                  <a:pt x="128" y="390"/>
                  <a:pt x="128" y="390"/>
                </a:cubicBezTo>
                <a:cubicBezTo>
                  <a:pt x="150" y="396"/>
                  <a:pt x="150" y="396"/>
                  <a:pt x="150" y="396"/>
                </a:cubicBezTo>
                <a:cubicBezTo>
                  <a:pt x="174" y="402"/>
                  <a:pt x="174" y="402"/>
                  <a:pt x="174" y="402"/>
                </a:cubicBezTo>
                <a:cubicBezTo>
                  <a:pt x="194" y="373"/>
                  <a:pt x="194" y="373"/>
                  <a:pt x="194" y="373"/>
                </a:cubicBezTo>
                <a:cubicBezTo>
                  <a:pt x="200" y="373"/>
                  <a:pt x="206" y="373"/>
                  <a:pt x="212" y="372"/>
                </a:cubicBezTo>
                <a:cubicBezTo>
                  <a:pt x="232" y="402"/>
                  <a:pt x="232" y="402"/>
                  <a:pt x="232" y="402"/>
                </a:cubicBezTo>
                <a:cubicBezTo>
                  <a:pt x="278" y="389"/>
                  <a:pt x="278" y="389"/>
                  <a:pt x="278" y="389"/>
                </a:cubicBezTo>
                <a:cubicBezTo>
                  <a:pt x="280" y="353"/>
                  <a:pt x="280" y="353"/>
                  <a:pt x="280" y="353"/>
                </a:cubicBezTo>
                <a:cubicBezTo>
                  <a:pt x="285" y="351"/>
                  <a:pt x="291" y="348"/>
                  <a:pt x="296" y="344"/>
                </a:cubicBezTo>
                <a:cubicBezTo>
                  <a:pt x="328" y="360"/>
                  <a:pt x="328" y="360"/>
                  <a:pt x="328" y="360"/>
                </a:cubicBezTo>
                <a:cubicBezTo>
                  <a:pt x="362" y="326"/>
                  <a:pt x="362" y="326"/>
                  <a:pt x="362" y="326"/>
                </a:cubicBezTo>
                <a:cubicBezTo>
                  <a:pt x="345" y="294"/>
                  <a:pt x="345" y="294"/>
                  <a:pt x="345" y="294"/>
                </a:cubicBezTo>
                <a:cubicBezTo>
                  <a:pt x="349" y="289"/>
                  <a:pt x="352" y="283"/>
                  <a:pt x="354" y="277"/>
                </a:cubicBezTo>
                <a:cubicBezTo>
                  <a:pt x="390" y="275"/>
                  <a:pt x="390" y="275"/>
                  <a:pt x="390" y="275"/>
                </a:cubicBezTo>
                <a:cubicBezTo>
                  <a:pt x="396" y="251"/>
                  <a:pt x="396" y="251"/>
                  <a:pt x="396" y="251"/>
                </a:cubicBezTo>
                <a:cubicBezTo>
                  <a:pt x="402" y="229"/>
                  <a:pt x="402" y="229"/>
                  <a:pt x="402" y="229"/>
                </a:cubicBezTo>
                <a:cubicBezTo>
                  <a:pt x="373" y="209"/>
                  <a:pt x="373" y="209"/>
                  <a:pt x="373" y="209"/>
                </a:cubicBezTo>
                <a:cubicBezTo>
                  <a:pt x="373" y="209"/>
                  <a:pt x="373" y="209"/>
                  <a:pt x="373" y="209"/>
                </a:cubicBezTo>
                <a:close/>
                <a:moveTo>
                  <a:pt x="166" y="335"/>
                </a:moveTo>
                <a:cubicBezTo>
                  <a:pt x="93" y="316"/>
                  <a:pt x="48" y="241"/>
                  <a:pt x="67" y="167"/>
                </a:cubicBezTo>
                <a:cubicBezTo>
                  <a:pt x="87" y="93"/>
                  <a:pt x="162" y="49"/>
                  <a:pt x="235" y="68"/>
                </a:cubicBezTo>
                <a:cubicBezTo>
                  <a:pt x="309" y="87"/>
                  <a:pt x="354" y="162"/>
                  <a:pt x="335" y="236"/>
                </a:cubicBezTo>
                <a:cubicBezTo>
                  <a:pt x="316" y="310"/>
                  <a:pt x="241" y="354"/>
                  <a:pt x="166" y="335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4" name="Oval 14"/>
          <p:cNvSpPr>
            <a:spLocks noChangeArrowheads="1"/>
          </p:cNvSpPr>
          <p:nvPr/>
        </p:nvSpPr>
        <p:spPr bwMode="auto">
          <a:xfrm>
            <a:off x="2588175" y="2663031"/>
            <a:ext cx="647481" cy="6516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5" name="Freeform 15"/>
          <p:cNvSpPr>
            <a:spLocks noEditPoints="1"/>
          </p:cNvSpPr>
          <p:nvPr/>
        </p:nvSpPr>
        <p:spPr bwMode="auto">
          <a:xfrm>
            <a:off x="3481297" y="2448028"/>
            <a:ext cx="1074685" cy="1081693"/>
          </a:xfrm>
          <a:custGeom>
            <a:avLst/>
            <a:gdLst>
              <a:gd name="T0" fmla="*/ 373 w 402"/>
              <a:gd name="T1" fmla="*/ 209 h 402"/>
              <a:gd name="T2" fmla="*/ 372 w 402"/>
              <a:gd name="T3" fmla="*/ 190 h 402"/>
              <a:gd name="T4" fmla="*/ 401 w 402"/>
              <a:gd name="T5" fmla="*/ 170 h 402"/>
              <a:gd name="T6" fmla="*/ 389 w 402"/>
              <a:gd name="T7" fmla="*/ 124 h 402"/>
              <a:gd name="T8" fmla="*/ 353 w 402"/>
              <a:gd name="T9" fmla="*/ 123 h 402"/>
              <a:gd name="T10" fmla="*/ 344 w 402"/>
              <a:gd name="T11" fmla="*/ 107 h 402"/>
              <a:gd name="T12" fmla="*/ 360 w 402"/>
              <a:gd name="T13" fmla="*/ 74 h 402"/>
              <a:gd name="T14" fmla="*/ 325 w 402"/>
              <a:gd name="T15" fmla="*/ 41 h 402"/>
              <a:gd name="T16" fmla="*/ 293 w 402"/>
              <a:gd name="T17" fmla="*/ 57 h 402"/>
              <a:gd name="T18" fmla="*/ 277 w 402"/>
              <a:gd name="T19" fmla="*/ 48 h 402"/>
              <a:gd name="T20" fmla="*/ 275 w 402"/>
              <a:gd name="T21" fmla="*/ 12 h 402"/>
              <a:gd name="T22" fmla="*/ 251 w 402"/>
              <a:gd name="T23" fmla="*/ 6 h 402"/>
              <a:gd name="T24" fmla="*/ 228 w 402"/>
              <a:gd name="T25" fmla="*/ 0 h 402"/>
              <a:gd name="T26" fmla="*/ 209 w 402"/>
              <a:gd name="T27" fmla="*/ 30 h 402"/>
              <a:gd name="T28" fmla="*/ 190 w 402"/>
              <a:gd name="T29" fmla="*/ 30 h 402"/>
              <a:gd name="T30" fmla="*/ 170 w 402"/>
              <a:gd name="T31" fmla="*/ 1 h 402"/>
              <a:gd name="T32" fmla="*/ 124 w 402"/>
              <a:gd name="T33" fmla="*/ 13 h 402"/>
              <a:gd name="T34" fmla="*/ 122 w 402"/>
              <a:gd name="T35" fmla="*/ 49 h 402"/>
              <a:gd name="T36" fmla="*/ 106 w 402"/>
              <a:gd name="T37" fmla="*/ 59 h 402"/>
              <a:gd name="T38" fmla="*/ 74 w 402"/>
              <a:gd name="T39" fmla="*/ 43 h 402"/>
              <a:gd name="T40" fmla="*/ 41 w 402"/>
              <a:gd name="T41" fmla="*/ 77 h 402"/>
              <a:gd name="T42" fmla="*/ 56 w 402"/>
              <a:gd name="T43" fmla="*/ 109 h 402"/>
              <a:gd name="T44" fmla="*/ 47 w 402"/>
              <a:gd name="T45" fmla="*/ 126 h 402"/>
              <a:gd name="T46" fmla="*/ 12 w 402"/>
              <a:gd name="T47" fmla="*/ 128 h 402"/>
              <a:gd name="T48" fmla="*/ 6 w 402"/>
              <a:gd name="T49" fmla="*/ 151 h 402"/>
              <a:gd name="T50" fmla="*/ 0 w 402"/>
              <a:gd name="T51" fmla="*/ 174 h 402"/>
              <a:gd name="T52" fmla="*/ 30 w 402"/>
              <a:gd name="T53" fmla="*/ 194 h 402"/>
              <a:gd name="T54" fmla="*/ 30 w 402"/>
              <a:gd name="T55" fmla="*/ 212 h 402"/>
              <a:gd name="T56" fmla="*/ 0 w 402"/>
              <a:gd name="T57" fmla="*/ 233 h 402"/>
              <a:gd name="T58" fmla="*/ 13 w 402"/>
              <a:gd name="T59" fmla="*/ 279 h 402"/>
              <a:gd name="T60" fmla="*/ 49 w 402"/>
              <a:gd name="T61" fmla="*/ 280 h 402"/>
              <a:gd name="T62" fmla="*/ 59 w 402"/>
              <a:gd name="T63" fmla="*/ 296 h 402"/>
              <a:gd name="T64" fmla="*/ 43 w 402"/>
              <a:gd name="T65" fmla="*/ 328 h 402"/>
              <a:gd name="T66" fmla="*/ 77 w 402"/>
              <a:gd name="T67" fmla="*/ 362 h 402"/>
              <a:gd name="T68" fmla="*/ 109 w 402"/>
              <a:gd name="T69" fmla="*/ 345 h 402"/>
              <a:gd name="T70" fmla="*/ 125 w 402"/>
              <a:gd name="T71" fmla="*/ 355 h 402"/>
              <a:gd name="T72" fmla="*/ 128 w 402"/>
              <a:gd name="T73" fmla="*/ 390 h 402"/>
              <a:gd name="T74" fmla="*/ 150 w 402"/>
              <a:gd name="T75" fmla="*/ 396 h 402"/>
              <a:gd name="T76" fmla="*/ 174 w 402"/>
              <a:gd name="T77" fmla="*/ 402 h 402"/>
              <a:gd name="T78" fmla="*/ 194 w 402"/>
              <a:gd name="T79" fmla="*/ 373 h 402"/>
              <a:gd name="T80" fmla="*/ 212 w 402"/>
              <a:gd name="T81" fmla="*/ 372 h 402"/>
              <a:gd name="T82" fmla="*/ 232 w 402"/>
              <a:gd name="T83" fmla="*/ 402 h 402"/>
              <a:gd name="T84" fmla="*/ 278 w 402"/>
              <a:gd name="T85" fmla="*/ 389 h 402"/>
              <a:gd name="T86" fmla="*/ 280 w 402"/>
              <a:gd name="T87" fmla="*/ 353 h 402"/>
              <a:gd name="T88" fmla="*/ 296 w 402"/>
              <a:gd name="T89" fmla="*/ 344 h 402"/>
              <a:gd name="T90" fmla="*/ 328 w 402"/>
              <a:gd name="T91" fmla="*/ 360 h 402"/>
              <a:gd name="T92" fmla="*/ 362 w 402"/>
              <a:gd name="T93" fmla="*/ 326 h 402"/>
              <a:gd name="T94" fmla="*/ 345 w 402"/>
              <a:gd name="T95" fmla="*/ 294 h 402"/>
              <a:gd name="T96" fmla="*/ 354 w 402"/>
              <a:gd name="T97" fmla="*/ 277 h 402"/>
              <a:gd name="T98" fmla="*/ 390 w 402"/>
              <a:gd name="T99" fmla="*/ 275 h 402"/>
              <a:gd name="T100" fmla="*/ 396 w 402"/>
              <a:gd name="T101" fmla="*/ 251 h 402"/>
              <a:gd name="T102" fmla="*/ 402 w 402"/>
              <a:gd name="T103" fmla="*/ 229 h 402"/>
              <a:gd name="T104" fmla="*/ 373 w 402"/>
              <a:gd name="T105" fmla="*/ 209 h 402"/>
              <a:gd name="T106" fmla="*/ 373 w 402"/>
              <a:gd name="T107" fmla="*/ 209 h 402"/>
              <a:gd name="T108" fmla="*/ 166 w 402"/>
              <a:gd name="T109" fmla="*/ 335 h 402"/>
              <a:gd name="T110" fmla="*/ 67 w 402"/>
              <a:gd name="T111" fmla="*/ 167 h 402"/>
              <a:gd name="T112" fmla="*/ 235 w 402"/>
              <a:gd name="T113" fmla="*/ 68 h 402"/>
              <a:gd name="T114" fmla="*/ 335 w 402"/>
              <a:gd name="T115" fmla="*/ 236 h 402"/>
              <a:gd name="T116" fmla="*/ 166 w 402"/>
              <a:gd name="T117" fmla="*/ 335 h 4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402" h="402">
                <a:moveTo>
                  <a:pt x="373" y="209"/>
                </a:moveTo>
                <a:cubicBezTo>
                  <a:pt x="373" y="203"/>
                  <a:pt x="373" y="197"/>
                  <a:pt x="372" y="190"/>
                </a:cubicBezTo>
                <a:cubicBezTo>
                  <a:pt x="401" y="170"/>
                  <a:pt x="401" y="170"/>
                  <a:pt x="401" y="170"/>
                </a:cubicBezTo>
                <a:cubicBezTo>
                  <a:pt x="389" y="124"/>
                  <a:pt x="389" y="124"/>
                  <a:pt x="389" y="124"/>
                </a:cubicBezTo>
                <a:cubicBezTo>
                  <a:pt x="353" y="123"/>
                  <a:pt x="353" y="123"/>
                  <a:pt x="353" y="123"/>
                </a:cubicBezTo>
                <a:cubicBezTo>
                  <a:pt x="351" y="117"/>
                  <a:pt x="347" y="111"/>
                  <a:pt x="344" y="107"/>
                </a:cubicBezTo>
                <a:cubicBezTo>
                  <a:pt x="360" y="74"/>
                  <a:pt x="360" y="74"/>
                  <a:pt x="360" y="74"/>
                </a:cubicBezTo>
                <a:cubicBezTo>
                  <a:pt x="325" y="41"/>
                  <a:pt x="325" y="41"/>
                  <a:pt x="325" y="41"/>
                </a:cubicBezTo>
                <a:cubicBezTo>
                  <a:pt x="293" y="57"/>
                  <a:pt x="293" y="57"/>
                  <a:pt x="293" y="57"/>
                </a:cubicBezTo>
                <a:cubicBezTo>
                  <a:pt x="288" y="54"/>
                  <a:pt x="282" y="51"/>
                  <a:pt x="277" y="48"/>
                </a:cubicBezTo>
                <a:cubicBezTo>
                  <a:pt x="275" y="12"/>
                  <a:pt x="275" y="12"/>
                  <a:pt x="275" y="12"/>
                </a:cubicBezTo>
                <a:cubicBezTo>
                  <a:pt x="251" y="6"/>
                  <a:pt x="251" y="6"/>
                  <a:pt x="251" y="6"/>
                </a:cubicBezTo>
                <a:cubicBezTo>
                  <a:pt x="228" y="0"/>
                  <a:pt x="228" y="0"/>
                  <a:pt x="228" y="0"/>
                </a:cubicBezTo>
                <a:cubicBezTo>
                  <a:pt x="209" y="30"/>
                  <a:pt x="209" y="30"/>
                  <a:pt x="209" y="30"/>
                </a:cubicBezTo>
                <a:cubicBezTo>
                  <a:pt x="203" y="30"/>
                  <a:pt x="196" y="30"/>
                  <a:pt x="190" y="30"/>
                </a:cubicBezTo>
                <a:cubicBezTo>
                  <a:pt x="170" y="1"/>
                  <a:pt x="170" y="1"/>
                  <a:pt x="170" y="1"/>
                </a:cubicBezTo>
                <a:cubicBezTo>
                  <a:pt x="124" y="13"/>
                  <a:pt x="124" y="13"/>
                  <a:pt x="124" y="13"/>
                </a:cubicBezTo>
                <a:cubicBezTo>
                  <a:pt x="122" y="49"/>
                  <a:pt x="122" y="49"/>
                  <a:pt x="122" y="49"/>
                </a:cubicBezTo>
                <a:cubicBezTo>
                  <a:pt x="116" y="52"/>
                  <a:pt x="111" y="55"/>
                  <a:pt x="106" y="59"/>
                </a:cubicBezTo>
                <a:cubicBezTo>
                  <a:pt x="74" y="43"/>
                  <a:pt x="74" y="43"/>
                  <a:pt x="74" y="43"/>
                </a:cubicBezTo>
                <a:cubicBezTo>
                  <a:pt x="41" y="77"/>
                  <a:pt x="41" y="77"/>
                  <a:pt x="41" y="77"/>
                </a:cubicBezTo>
                <a:cubicBezTo>
                  <a:pt x="56" y="109"/>
                  <a:pt x="56" y="109"/>
                  <a:pt x="56" y="109"/>
                </a:cubicBezTo>
                <a:cubicBezTo>
                  <a:pt x="53" y="114"/>
                  <a:pt x="50" y="120"/>
                  <a:pt x="47" y="126"/>
                </a:cubicBezTo>
                <a:cubicBezTo>
                  <a:pt x="12" y="128"/>
                  <a:pt x="12" y="128"/>
                  <a:pt x="12" y="128"/>
                </a:cubicBezTo>
                <a:cubicBezTo>
                  <a:pt x="6" y="151"/>
                  <a:pt x="6" y="151"/>
                  <a:pt x="6" y="151"/>
                </a:cubicBezTo>
                <a:cubicBezTo>
                  <a:pt x="0" y="174"/>
                  <a:pt x="0" y="174"/>
                  <a:pt x="0" y="174"/>
                </a:cubicBezTo>
                <a:cubicBezTo>
                  <a:pt x="30" y="194"/>
                  <a:pt x="30" y="194"/>
                  <a:pt x="30" y="194"/>
                </a:cubicBezTo>
                <a:cubicBezTo>
                  <a:pt x="30" y="200"/>
                  <a:pt x="30" y="206"/>
                  <a:pt x="30" y="212"/>
                </a:cubicBezTo>
                <a:cubicBezTo>
                  <a:pt x="0" y="233"/>
                  <a:pt x="0" y="233"/>
                  <a:pt x="0" y="233"/>
                </a:cubicBezTo>
                <a:cubicBezTo>
                  <a:pt x="13" y="279"/>
                  <a:pt x="13" y="279"/>
                  <a:pt x="13" y="279"/>
                </a:cubicBezTo>
                <a:cubicBezTo>
                  <a:pt x="49" y="280"/>
                  <a:pt x="49" y="280"/>
                  <a:pt x="49" y="280"/>
                </a:cubicBezTo>
                <a:cubicBezTo>
                  <a:pt x="52" y="286"/>
                  <a:pt x="55" y="291"/>
                  <a:pt x="59" y="296"/>
                </a:cubicBezTo>
                <a:cubicBezTo>
                  <a:pt x="43" y="328"/>
                  <a:pt x="43" y="328"/>
                  <a:pt x="43" y="328"/>
                </a:cubicBezTo>
                <a:cubicBezTo>
                  <a:pt x="77" y="362"/>
                  <a:pt x="77" y="362"/>
                  <a:pt x="77" y="362"/>
                </a:cubicBezTo>
                <a:cubicBezTo>
                  <a:pt x="109" y="345"/>
                  <a:pt x="109" y="345"/>
                  <a:pt x="109" y="345"/>
                </a:cubicBezTo>
                <a:cubicBezTo>
                  <a:pt x="114" y="349"/>
                  <a:pt x="119" y="352"/>
                  <a:pt x="125" y="355"/>
                </a:cubicBezTo>
                <a:cubicBezTo>
                  <a:pt x="128" y="390"/>
                  <a:pt x="128" y="390"/>
                  <a:pt x="128" y="390"/>
                </a:cubicBezTo>
                <a:cubicBezTo>
                  <a:pt x="150" y="396"/>
                  <a:pt x="150" y="396"/>
                  <a:pt x="150" y="396"/>
                </a:cubicBezTo>
                <a:cubicBezTo>
                  <a:pt x="174" y="402"/>
                  <a:pt x="174" y="402"/>
                  <a:pt x="174" y="402"/>
                </a:cubicBezTo>
                <a:cubicBezTo>
                  <a:pt x="194" y="373"/>
                  <a:pt x="194" y="373"/>
                  <a:pt x="194" y="373"/>
                </a:cubicBezTo>
                <a:cubicBezTo>
                  <a:pt x="200" y="373"/>
                  <a:pt x="206" y="373"/>
                  <a:pt x="212" y="372"/>
                </a:cubicBezTo>
                <a:cubicBezTo>
                  <a:pt x="232" y="402"/>
                  <a:pt x="232" y="402"/>
                  <a:pt x="232" y="402"/>
                </a:cubicBezTo>
                <a:cubicBezTo>
                  <a:pt x="278" y="389"/>
                  <a:pt x="278" y="389"/>
                  <a:pt x="278" y="389"/>
                </a:cubicBezTo>
                <a:cubicBezTo>
                  <a:pt x="280" y="353"/>
                  <a:pt x="280" y="353"/>
                  <a:pt x="280" y="353"/>
                </a:cubicBezTo>
                <a:cubicBezTo>
                  <a:pt x="285" y="351"/>
                  <a:pt x="291" y="348"/>
                  <a:pt x="296" y="344"/>
                </a:cubicBezTo>
                <a:cubicBezTo>
                  <a:pt x="328" y="360"/>
                  <a:pt x="328" y="360"/>
                  <a:pt x="328" y="360"/>
                </a:cubicBezTo>
                <a:cubicBezTo>
                  <a:pt x="362" y="326"/>
                  <a:pt x="362" y="326"/>
                  <a:pt x="362" y="326"/>
                </a:cubicBezTo>
                <a:cubicBezTo>
                  <a:pt x="345" y="294"/>
                  <a:pt x="345" y="294"/>
                  <a:pt x="345" y="294"/>
                </a:cubicBezTo>
                <a:cubicBezTo>
                  <a:pt x="349" y="289"/>
                  <a:pt x="352" y="283"/>
                  <a:pt x="354" y="277"/>
                </a:cubicBezTo>
                <a:cubicBezTo>
                  <a:pt x="390" y="275"/>
                  <a:pt x="390" y="275"/>
                  <a:pt x="390" y="275"/>
                </a:cubicBezTo>
                <a:cubicBezTo>
                  <a:pt x="396" y="251"/>
                  <a:pt x="396" y="251"/>
                  <a:pt x="396" y="251"/>
                </a:cubicBezTo>
                <a:cubicBezTo>
                  <a:pt x="402" y="229"/>
                  <a:pt x="402" y="229"/>
                  <a:pt x="402" y="229"/>
                </a:cubicBezTo>
                <a:cubicBezTo>
                  <a:pt x="373" y="209"/>
                  <a:pt x="373" y="209"/>
                  <a:pt x="373" y="209"/>
                </a:cubicBezTo>
                <a:cubicBezTo>
                  <a:pt x="373" y="209"/>
                  <a:pt x="373" y="209"/>
                  <a:pt x="373" y="209"/>
                </a:cubicBezTo>
                <a:close/>
                <a:moveTo>
                  <a:pt x="166" y="335"/>
                </a:moveTo>
                <a:cubicBezTo>
                  <a:pt x="93" y="316"/>
                  <a:pt x="48" y="241"/>
                  <a:pt x="67" y="167"/>
                </a:cubicBezTo>
                <a:cubicBezTo>
                  <a:pt x="87" y="93"/>
                  <a:pt x="162" y="49"/>
                  <a:pt x="235" y="68"/>
                </a:cubicBezTo>
                <a:cubicBezTo>
                  <a:pt x="309" y="87"/>
                  <a:pt x="354" y="162"/>
                  <a:pt x="335" y="236"/>
                </a:cubicBezTo>
                <a:cubicBezTo>
                  <a:pt x="316" y="310"/>
                  <a:pt x="241" y="354"/>
                  <a:pt x="166" y="335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6" name="Oval 16"/>
          <p:cNvSpPr>
            <a:spLocks noChangeArrowheads="1"/>
          </p:cNvSpPr>
          <p:nvPr/>
        </p:nvSpPr>
        <p:spPr bwMode="auto">
          <a:xfrm>
            <a:off x="3694899" y="2663031"/>
            <a:ext cx="647481" cy="65168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7" name="Freeform 17"/>
          <p:cNvSpPr>
            <a:spLocks noEditPoints="1"/>
          </p:cNvSpPr>
          <p:nvPr/>
        </p:nvSpPr>
        <p:spPr bwMode="auto">
          <a:xfrm>
            <a:off x="4588022" y="2448028"/>
            <a:ext cx="1074685" cy="1081693"/>
          </a:xfrm>
          <a:custGeom>
            <a:avLst/>
            <a:gdLst>
              <a:gd name="T0" fmla="*/ 373 w 402"/>
              <a:gd name="T1" fmla="*/ 209 h 402"/>
              <a:gd name="T2" fmla="*/ 372 w 402"/>
              <a:gd name="T3" fmla="*/ 190 h 402"/>
              <a:gd name="T4" fmla="*/ 401 w 402"/>
              <a:gd name="T5" fmla="*/ 170 h 402"/>
              <a:gd name="T6" fmla="*/ 389 w 402"/>
              <a:gd name="T7" fmla="*/ 124 h 402"/>
              <a:gd name="T8" fmla="*/ 353 w 402"/>
              <a:gd name="T9" fmla="*/ 123 h 402"/>
              <a:gd name="T10" fmla="*/ 344 w 402"/>
              <a:gd name="T11" fmla="*/ 107 h 402"/>
              <a:gd name="T12" fmla="*/ 360 w 402"/>
              <a:gd name="T13" fmla="*/ 74 h 402"/>
              <a:gd name="T14" fmla="*/ 325 w 402"/>
              <a:gd name="T15" fmla="*/ 41 h 402"/>
              <a:gd name="T16" fmla="*/ 293 w 402"/>
              <a:gd name="T17" fmla="*/ 57 h 402"/>
              <a:gd name="T18" fmla="*/ 277 w 402"/>
              <a:gd name="T19" fmla="*/ 48 h 402"/>
              <a:gd name="T20" fmla="*/ 275 w 402"/>
              <a:gd name="T21" fmla="*/ 12 h 402"/>
              <a:gd name="T22" fmla="*/ 251 w 402"/>
              <a:gd name="T23" fmla="*/ 6 h 402"/>
              <a:gd name="T24" fmla="*/ 228 w 402"/>
              <a:gd name="T25" fmla="*/ 0 h 402"/>
              <a:gd name="T26" fmla="*/ 209 w 402"/>
              <a:gd name="T27" fmla="*/ 30 h 402"/>
              <a:gd name="T28" fmla="*/ 190 w 402"/>
              <a:gd name="T29" fmla="*/ 30 h 402"/>
              <a:gd name="T30" fmla="*/ 170 w 402"/>
              <a:gd name="T31" fmla="*/ 1 h 402"/>
              <a:gd name="T32" fmla="*/ 124 w 402"/>
              <a:gd name="T33" fmla="*/ 13 h 402"/>
              <a:gd name="T34" fmla="*/ 122 w 402"/>
              <a:gd name="T35" fmla="*/ 49 h 402"/>
              <a:gd name="T36" fmla="*/ 106 w 402"/>
              <a:gd name="T37" fmla="*/ 59 h 402"/>
              <a:gd name="T38" fmla="*/ 74 w 402"/>
              <a:gd name="T39" fmla="*/ 43 h 402"/>
              <a:gd name="T40" fmla="*/ 41 w 402"/>
              <a:gd name="T41" fmla="*/ 77 h 402"/>
              <a:gd name="T42" fmla="*/ 56 w 402"/>
              <a:gd name="T43" fmla="*/ 109 h 402"/>
              <a:gd name="T44" fmla="*/ 47 w 402"/>
              <a:gd name="T45" fmla="*/ 126 h 402"/>
              <a:gd name="T46" fmla="*/ 12 w 402"/>
              <a:gd name="T47" fmla="*/ 128 h 402"/>
              <a:gd name="T48" fmla="*/ 6 w 402"/>
              <a:gd name="T49" fmla="*/ 151 h 402"/>
              <a:gd name="T50" fmla="*/ 0 w 402"/>
              <a:gd name="T51" fmla="*/ 174 h 402"/>
              <a:gd name="T52" fmla="*/ 30 w 402"/>
              <a:gd name="T53" fmla="*/ 194 h 402"/>
              <a:gd name="T54" fmla="*/ 30 w 402"/>
              <a:gd name="T55" fmla="*/ 212 h 402"/>
              <a:gd name="T56" fmla="*/ 0 w 402"/>
              <a:gd name="T57" fmla="*/ 233 h 402"/>
              <a:gd name="T58" fmla="*/ 13 w 402"/>
              <a:gd name="T59" fmla="*/ 279 h 402"/>
              <a:gd name="T60" fmla="*/ 49 w 402"/>
              <a:gd name="T61" fmla="*/ 280 h 402"/>
              <a:gd name="T62" fmla="*/ 59 w 402"/>
              <a:gd name="T63" fmla="*/ 296 h 402"/>
              <a:gd name="T64" fmla="*/ 43 w 402"/>
              <a:gd name="T65" fmla="*/ 328 h 402"/>
              <a:gd name="T66" fmla="*/ 77 w 402"/>
              <a:gd name="T67" fmla="*/ 362 h 402"/>
              <a:gd name="T68" fmla="*/ 109 w 402"/>
              <a:gd name="T69" fmla="*/ 345 h 402"/>
              <a:gd name="T70" fmla="*/ 125 w 402"/>
              <a:gd name="T71" fmla="*/ 355 h 402"/>
              <a:gd name="T72" fmla="*/ 128 w 402"/>
              <a:gd name="T73" fmla="*/ 390 h 402"/>
              <a:gd name="T74" fmla="*/ 150 w 402"/>
              <a:gd name="T75" fmla="*/ 396 h 402"/>
              <a:gd name="T76" fmla="*/ 174 w 402"/>
              <a:gd name="T77" fmla="*/ 402 h 402"/>
              <a:gd name="T78" fmla="*/ 194 w 402"/>
              <a:gd name="T79" fmla="*/ 373 h 402"/>
              <a:gd name="T80" fmla="*/ 212 w 402"/>
              <a:gd name="T81" fmla="*/ 372 h 402"/>
              <a:gd name="T82" fmla="*/ 232 w 402"/>
              <a:gd name="T83" fmla="*/ 402 h 402"/>
              <a:gd name="T84" fmla="*/ 278 w 402"/>
              <a:gd name="T85" fmla="*/ 389 h 402"/>
              <a:gd name="T86" fmla="*/ 280 w 402"/>
              <a:gd name="T87" fmla="*/ 353 h 402"/>
              <a:gd name="T88" fmla="*/ 296 w 402"/>
              <a:gd name="T89" fmla="*/ 344 h 402"/>
              <a:gd name="T90" fmla="*/ 328 w 402"/>
              <a:gd name="T91" fmla="*/ 360 h 402"/>
              <a:gd name="T92" fmla="*/ 362 w 402"/>
              <a:gd name="T93" fmla="*/ 326 h 402"/>
              <a:gd name="T94" fmla="*/ 345 w 402"/>
              <a:gd name="T95" fmla="*/ 294 h 402"/>
              <a:gd name="T96" fmla="*/ 354 w 402"/>
              <a:gd name="T97" fmla="*/ 277 h 402"/>
              <a:gd name="T98" fmla="*/ 390 w 402"/>
              <a:gd name="T99" fmla="*/ 275 h 402"/>
              <a:gd name="T100" fmla="*/ 396 w 402"/>
              <a:gd name="T101" fmla="*/ 251 h 402"/>
              <a:gd name="T102" fmla="*/ 402 w 402"/>
              <a:gd name="T103" fmla="*/ 229 h 402"/>
              <a:gd name="T104" fmla="*/ 373 w 402"/>
              <a:gd name="T105" fmla="*/ 209 h 402"/>
              <a:gd name="T106" fmla="*/ 373 w 402"/>
              <a:gd name="T107" fmla="*/ 209 h 402"/>
              <a:gd name="T108" fmla="*/ 166 w 402"/>
              <a:gd name="T109" fmla="*/ 335 h 402"/>
              <a:gd name="T110" fmla="*/ 67 w 402"/>
              <a:gd name="T111" fmla="*/ 167 h 402"/>
              <a:gd name="T112" fmla="*/ 235 w 402"/>
              <a:gd name="T113" fmla="*/ 68 h 402"/>
              <a:gd name="T114" fmla="*/ 335 w 402"/>
              <a:gd name="T115" fmla="*/ 236 h 402"/>
              <a:gd name="T116" fmla="*/ 166 w 402"/>
              <a:gd name="T117" fmla="*/ 335 h 4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402" h="402">
                <a:moveTo>
                  <a:pt x="373" y="209"/>
                </a:moveTo>
                <a:cubicBezTo>
                  <a:pt x="373" y="203"/>
                  <a:pt x="373" y="197"/>
                  <a:pt x="372" y="190"/>
                </a:cubicBezTo>
                <a:cubicBezTo>
                  <a:pt x="401" y="170"/>
                  <a:pt x="401" y="170"/>
                  <a:pt x="401" y="170"/>
                </a:cubicBezTo>
                <a:cubicBezTo>
                  <a:pt x="389" y="124"/>
                  <a:pt x="389" y="124"/>
                  <a:pt x="389" y="124"/>
                </a:cubicBezTo>
                <a:cubicBezTo>
                  <a:pt x="353" y="123"/>
                  <a:pt x="353" y="123"/>
                  <a:pt x="353" y="123"/>
                </a:cubicBezTo>
                <a:cubicBezTo>
                  <a:pt x="351" y="117"/>
                  <a:pt x="347" y="111"/>
                  <a:pt x="344" y="107"/>
                </a:cubicBezTo>
                <a:cubicBezTo>
                  <a:pt x="360" y="74"/>
                  <a:pt x="360" y="74"/>
                  <a:pt x="360" y="74"/>
                </a:cubicBezTo>
                <a:cubicBezTo>
                  <a:pt x="325" y="41"/>
                  <a:pt x="325" y="41"/>
                  <a:pt x="325" y="41"/>
                </a:cubicBezTo>
                <a:cubicBezTo>
                  <a:pt x="293" y="57"/>
                  <a:pt x="293" y="57"/>
                  <a:pt x="293" y="57"/>
                </a:cubicBezTo>
                <a:cubicBezTo>
                  <a:pt x="288" y="54"/>
                  <a:pt x="282" y="51"/>
                  <a:pt x="277" y="48"/>
                </a:cubicBezTo>
                <a:cubicBezTo>
                  <a:pt x="275" y="12"/>
                  <a:pt x="275" y="12"/>
                  <a:pt x="275" y="12"/>
                </a:cubicBezTo>
                <a:cubicBezTo>
                  <a:pt x="251" y="6"/>
                  <a:pt x="251" y="6"/>
                  <a:pt x="251" y="6"/>
                </a:cubicBezTo>
                <a:cubicBezTo>
                  <a:pt x="228" y="0"/>
                  <a:pt x="228" y="0"/>
                  <a:pt x="228" y="0"/>
                </a:cubicBezTo>
                <a:cubicBezTo>
                  <a:pt x="209" y="30"/>
                  <a:pt x="209" y="30"/>
                  <a:pt x="209" y="30"/>
                </a:cubicBezTo>
                <a:cubicBezTo>
                  <a:pt x="203" y="30"/>
                  <a:pt x="196" y="30"/>
                  <a:pt x="190" y="30"/>
                </a:cubicBezTo>
                <a:cubicBezTo>
                  <a:pt x="170" y="1"/>
                  <a:pt x="170" y="1"/>
                  <a:pt x="170" y="1"/>
                </a:cubicBezTo>
                <a:cubicBezTo>
                  <a:pt x="124" y="13"/>
                  <a:pt x="124" y="13"/>
                  <a:pt x="124" y="13"/>
                </a:cubicBezTo>
                <a:cubicBezTo>
                  <a:pt x="122" y="49"/>
                  <a:pt x="122" y="49"/>
                  <a:pt x="122" y="49"/>
                </a:cubicBezTo>
                <a:cubicBezTo>
                  <a:pt x="116" y="52"/>
                  <a:pt x="111" y="55"/>
                  <a:pt x="106" y="59"/>
                </a:cubicBezTo>
                <a:cubicBezTo>
                  <a:pt x="74" y="43"/>
                  <a:pt x="74" y="43"/>
                  <a:pt x="74" y="43"/>
                </a:cubicBezTo>
                <a:cubicBezTo>
                  <a:pt x="41" y="77"/>
                  <a:pt x="41" y="77"/>
                  <a:pt x="41" y="77"/>
                </a:cubicBezTo>
                <a:cubicBezTo>
                  <a:pt x="56" y="109"/>
                  <a:pt x="56" y="109"/>
                  <a:pt x="56" y="109"/>
                </a:cubicBezTo>
                <a:cubicBezTo>
                  <a:pt x="53" y="114"/>
                  <a:pt x="50" y="120"/>
                  <a:pt x="47" y="126"/>
                </a:cubicBezTo>
                <a:cubicBezTo>
                  <a:pt x="12" y="128"/>
                  <a:pt x="12" y="128"/>
                  <a:pt x="12" y="128"/>
                </a:cubicBezTo>
                <a:cubicBezTo>
                  <a:pt x="6" y="151"/>
                  <a:pt x="6" y="151"/>
                  <a:pt x="6" y="151"/>
                </a:cubicBezTo>
                <a:cubicBezTo>
                  <a:pt x="0" y="174"/>
                  <a:pt x="0" y="174"/>
                  <a:pt x="0" y="174"/>
                </a:cubicBezTo>
                <a:cubicBezTo>
                  <a:pt x="30" y="194"/>
                  <a:pt x="30" y="194"/>
                  <a:pt x="30" y="194"/>
                </a:cubicBezTo>
                <a:cubicBezTo>
                  <a:pt x="30" y="200"/>
                  <a:pt x="30" y="206"/>
                  <a:pt x="30" y="212"/>
                </a:cubicBezTo>
                <a:cubicBezTo>
                  <a:pt x="0" y="233"/>
                  <a:pt x="0" y="233"/>
                  <a:pt x="0" y="233"/>
                </a:cubicBezTo>
                <a:cubicBezTo>
                  <a:pt x="13" y="279"/>
                  <a:pt x="13" y="279"/>
                  <a:pt x="13" y="279"/>
                </a:cubicBezTo>
                <a:cubicBezTo>
                  <a:pt x="49" y="280"/>
                  <a:pt x="49" y="280"/>
                  <a:pt x="49" y="280"/>
                </a:cubicBezTo>
                <a:cubicBezTo>
                  <a:pt x="52" y="286"/>
                  <a:pt x="55" y="291"/>
                  <a:pt x="59" y="296"/>
                </a:cubicBezTo>
                <a:cubicBezTo>
                  <a:pt x="43" y="328"/>
                  <a:pt x="43" y="328"/>
                  <a:pt x="43" y="328"/>
                </a:cubicBezTo>
                <a:cubicBezTo>
                  <a:pt x="77" y="362"/>
                  <a:pt x="77" y="362"/>
                  <a:pt x="77" y="362"/>
                </a:cubicBezTo>
                <a:cubicBezTo>
                  <a:pt x="109" y="345"/>
                  <a:pt x="109" y="345"/>
                  <a:pt x="109" y="345"/>
                </a:cubicBezTo>
                <a:cubicBezTo>
                  <a:pt x="114" y="349"/>
                  <a:pt x="119" y="352"/>
                  <a:pt x="125" y="355"/>
                </a:cubicBezTo>
                <a:cubicBezTo>
                  <a:pt x="128" y="390"/>
                  <a:pt x="128" y="390"/>
                  <a:pt x="128" y="390"/>
                </a:cubicBezTo>
                <a:cubicBezTo>
                  <a:pt x="150" y="396"/>
                  <a:pt x="150" y="396"/>
                  <a:pt x="150" y="396"/>
                </a:cubicBezTo>
                <a:cubicBezTo>
                  <a:pt x="174" y="402"/>
                  <a:pt x="174" y="402"/>
                  <a:pt x="174" y="402"/>
                </a:cubicBezTo>
                <a:cubicBezTo>
                  <a:pt x="194" y="373"/>
                  <a:pt x="194" y="373"/>
                  <a:pt x="194" y="373"/>
                </a:cubicBezTo>
                <a:cubicBezTo>
                  <a:pt x="200" y="373"/>
                  <a:pt x="206" y="373"/>
                  <a:pt x="212" y="372"/>
                </a:cubicBezTo>
                <a:cubicBezTo>
                  <a:pt x="232" y="402"/>
                  <a:pt x="232" y="402"/>
                  <a:pt x="232" y="402"/>
                </a:cubicBezTo>
                <a:cubicBezTo>
                  <a:pt x="278" y="389"/>
                  <a:pt x="278" y="389"/>
                  <a:pt x="278" y="389"/>
                </a:cubicBezTo>
                <a:cubicBezTo>
                  <a:pt x="280" y="353"/>
                  <a:pt x="280" y="353"/>
                  <a:pt x="280" y="353"/>
                </a:cubicBezTo>
                <a:cubicBezTo>
                  <a:pt x="285" y="351"/>
                  <a:pt x="291" y="348"/>
                  <a:pt x="296" y="344"/>
                </a:cubicBezTo>
                <a:cubicBezTo>
                  <a:pt x="328" y="360"/>
                  <a:pt x="328" y="360"/>
                  <a:pt x="328" y="360"/>
                </a:cubicBezTo>
                <a:cubicBezTo>
                  <a:pt x="362" y="326"/>
                  <a:pt x="362" y="326"/>
                  <a:pt x="362" y="326"/>
                </a:cubicBezTo>
                <a:cubicBezTo>
                  <a:pt x="345" y="294"/>
                  <a:pt x="345" y="294"/>
                  <a:pt x="345" y="294"/>
                </a:cubicBezTo>
                <a:cubicBezTo>
                  <a:pt x="349" y="289"/>
                  <a:pt x="352" y="283"/>
                  <a:pt x="354" y="277"/>
                </a:cubicBezTo>
                <a:cubicBezTo>
                  <a:pt x="390" y="275"/>
                  <a:pt x="390" y="275"/>
                  <a:pt x="390" y="275"/>
                </a:cubicBezTo>
                <a:cubicBezTo>
                  <a:pt x="396" y="251"/>
                  <a:pt x="396" y="251"/>
                  <a:pt x="396" y="251"/>
                </a:cubicBezTo>
                <a:cubicBezTo>
                  <a:pt x="402" y="229"/>
                  <a:pt x="402" y="229"/>
                  <a:pt x="402" y="229"/>
                </a:cubicBezTo>
                <a:cubicBezTo>
                  <a:pt x="373" y="209"/>
                  <a:pt x="373" y="209"/>
                  <a:pt x="373" y="209"/>
                </a:cubicBezTo>
                <a:cubicBezTo>
                  <a:pt x="373" y="209"/>
                  <a:pt x="373" y="209"/>
                  <a:pt x="373" y="209"/>
                </a:cubicBezTo>
                <a:close/>
                <a:moveTo>
                  <a:pt x="166" y="335"/>
                </a:moveTo>
                <a:cubicBezTo>
                  <a:pt x="93" y="316"/>
                  <a:pt x="48" y="241"/>
                  <a:pt x="67" y="167"/>
                </a:cubicBezTo>
                <a:cubicBezTo>
                  <a:pt x="87" y="93"/>
                  <a:pt x="162" y="49"/>
                  <a:pt x="235" y="68"/>
                </a:cubicBezTo>
                <a:cubicBezTo>
                  <a:pt x="309" y="87"/>
                  <a:pt x="354" y="162"/>
                  <a:pt x="335" y="236"/>
                </a:cubicBezTo>
                <a:cubicBezTo>
                  <a:pt x="316" y="310"/>
                  <a:pt x="241" y="354"/>
                  <a:pt x="166" y="335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8" name="Oval 18"/>
          <p:cNvSpPr>
            <a:spLocks noChangeArrowheads="1"/>
          </p:cNvSpPr>
          <p:nvPr/>
        </p:nvSpPr>
        <p:spPr bwMode="auto">
          <a:xfrm>
            <a:off x="4801623" y="2663031"/>
            <a:ext cx="647481" cy="65168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9" name="Freeform 19"/>
          <p:cNvSpPr>
            <a:spLocks noEditPoints="1"/>
          </p:cNvSpPr>
          <p:nvPr/>
        </p:nvSpPr>
        <p:spPr bwMode="auto">
          <a:xfrm>
            <a:off x="5694745" y="2448028"/>
            <a:ext cx="1074685" cy="1081693"/>
          </a:xfrm>
          <a:custGeom>
            <a:avLst/>
            <a:gdLst>
              <a:gd name="T0" fmla="*/ 373 w 402"/>
              <a:gd name="T1" fmla="*/ 209 h 402"/>
              <a:gd name="T2" fmla="*/ 372 w 402"/>
              <a:gd name="T3" fmla="*/ 190 h 402"/>
              <a:gd name="T4" fmla="*/ 401 w 402"/>
              <a:gd name="T5" fmla="*/ 170 h 402"/>
              <a:gd name="T6" fmla="*/ 389 w 402"/>
              <a:gd name="T7" fmla="*/ 124 h 402"/>
              <a:gd name="T8" fmla="*/ 353 w 402"/>
              <a:gd name="T9" fmla="*/ 123 h 402"/>
              <a:gd name="T10" fmla="*/ 344 w 402"/>
              <a:gd name="T11" fmla="*/ 107 h 402"/>
              <a:gd name="T12" fmla="*/ 360 w 402"/>
              <a:gd name="T13" fmla="*/ 74 h 402"/>
              <a:gd name="T14" fmla="*/ 325 w 402"/>
              <a:gd name="T15" fmla="*/ 41 h 402"/>
              <a:gd name="T16" fmla="*/ 293 w 402"/>
              <a:gd name="T17" fmla="*/ 57 h 402"/>
              <a:gd name="T18" fmla="*/ 277 w 402"/>
              <a:gd name="T19" fmla="*/ 48 h 402"/>
              <a:gd name="T20" fmla="*/ 275 w 402"/>
              <a:gd name="T21" fmla="*/ 12 h 402"/>
              <a:gd name="T22" fmla="*/ 251 w 402"/>
              <a:gd name="T23" fmla="*/ 6 h 402"/>
              <a:gd name="T24" fmla="*/ 228 w 402"/>
              <a:gd name="T25" fmla="*/ 0 h 402"/>
              <a:gd name="T26" fmla="*/ 209 w 402"/>
              <a:gd name="T27" fmla="*/ 30 h 402"/>
              <a:gd name="T28" fmla="*/ 190 w 402"/>
              <a:gd name="T29" fmla="*/ 30 h 402"/>
              <a:gd name="T30" fmla="*/ 170 w 402"/>
              <a:gd name="T31" fmla="*/ 1 h 402"/>
              <a:gd name="T32" fmla="*/ 124 w 402"/>
              <a:gd name="T33" fmla="*/ 13 h 402"/>
              <a:gd name="T34" fmla="*/ 122 w 402"/>
              <a:gd name="T35" fmla="*/ 49 h 402"/>
              <a:gd name="T36" fmla="*/ 106 w 402"/>
              <a:gd name="T37" fmla="*/ 59 h 402"/>
              <a:gd name="T38" fmla="*/ 74 w 402"/>
              <a:gd name="T39" fmla="*/ 43 h 402"/>
              <a:gd name="T40" fmla="*/ 41 w 402"/>
              <a:gd name="T41" fmla="*/ 77 h 402"/>
              <a:gd name="T42" fmla="*/ 56 w 402"/>
              <a:gd name="T43" fmla="*/ 109 h 402"/>
              <a:gd name="T44" fmla="*/ 47 w 402"/>
              <a:gd name="T45" fmla="*/ 126 h 402"/>
              <a:gd name="T46" fmla="*/ 12 w 402"/>
              <a:gd name="T47" fmla="*/ 128 h 402"/>
              <a:gd name="T48" fmla="*/ 6 w 402"/>
              <a:gd name="T49" fmla="*/ 151 h 402"/>
              <a:gd name="T50" fmla="*/ 0 w 402"/>
              <a:gd name="T51" fmla="*/ 174 h 402"/>
              <a:gd name="T52" fmla="*/ 30 w 402"/>
              <a:gd name="T53" fmla="*/ 194 h 402"/>
              <a:gd name="T54" fmla="*/ 30 w 402"/>
              <a:gd name="T55" fmla="*/ 212 h 402"/>
              <a:gd name="T56" fmla="*/ 0 w 402"/>
              <a:gd name="T57" fmla="*/ 233 h 402"/>
              <a:gd name="T58" fmla="*/ 13 w 402"/>
              <a:gd name="T59" fmla="*/ 279 h 402"/>
              <a:gd name="T60" fmla="*/ 49 w 402"/>
              <a:gd name="T61" fmla="*/ 280 h 402"/>
              <a:gd name="T62" fmla="*/ 59 w 402"/>
              <a:gd name="T63" fmla="*/ 296 h 402"/>
              <a:gd name="T64" fmla="*/ 43 w 402"/>
              <a:gd name="T65" fmla="*/ 328 h 402"/>
              <a:gd name="T66" fmla="*/ 77 w 402"/>
              <a:gd name="T67" fmla="*/ 362 h 402"/>
              <a:gd name="T68" fmla="*/ 109 w 402"/>
              <a:gd name="T69" fmla="*/ 345 h 402"/>
              <a:gd name="T70" fmla="*/ 125 w 402"/>
              <a:gd name="T71" fmla="*/ 355 h 402"/>
              <a:gd name="T72" fmla="*/ 128 w 402"/>
              <a:gd name="T73" fmla="*/ 390 h 402"/>
              <a:gd name="T74" fmla="*/ 150 w 402"/>
              <a:gd name="T75" fmla="*/ 396 h 402"/>
              <a:gd name="T76" fmla="*/ 174 w 402"/>
              <a:gd name="T77" fmla="*/ 402 h 402"/>
              <a:gd name="T78" fmla="*/ 194 w 402"/>
              <a:gd name="T79" fmla="*/ 373 h 402"/>
              <a:gd name="T80" fmla="*/ 212 w 402"/>
              <a:gd name="T81" fmla="*/ 372 h 402"/>
              <a:gd name="T82" fmla="*/ 232 w 402"/>
              <a:gd name="T83" fmla="*/ 402 h 402"/>
              <a:gd name="T84" fmla="*/ 278 w 402"/>
              <a:gd name="T85" fmla="*/ 389 h 402"/>
              <a:gd name="T86" fmla="*/ 280 w 402"/>
              <a:gd name="T87" fmla="*/ 353 h 402"/>
              <a:gd name="T88" fmla="*/ 296 w 402"/>
              <a:gd name="T89" fmla="*/ 344 h 402"/>
              <a:gd name="T90" fmla="*/ 328 w 402"/>
              <a:gd name="T91" fmla="*/ 360 h 402"/>
              <a:gd name="T92" fmla="*/ 362 w 402"/>
              <a:gd name="T93" fmla="*/ 326 h 402"/>
              <a:gd name="T94" fmla="*/ 345 w 402"/>
              <a:gd name="T95" fmla="*/ 294 h 402"/>
              <a:gd name="T96" fmla="*/ 354 w 402"/>
              <a:gd name="T97" fmla="*/ 277 h 402"/>
              <a:gd name="T98" fmla="*/ 390 w 402"/>
              <a:gd name="T99" fmla="*/ 275 h 402"/>
              <a:gd name="T100" fmla="*/ 396 w 402"/>
              <a:gd name="T101" fmla="*/ 251 h 402"/>
              <a:gd name="T102" fmla="*/ 402 w 402"/>
              <a:gd name="T103" fmla="*/ 229 h 402"/>
              <a:gd name="T104" fmla="*/ 373 w 402"/>
              <a:gd name="T105" fmla="*/ 209 h 402"/>
              <a:gd name="T106" fmla="*/ 373 w 402"/>
              <a:gd name="T107" fmla="*/ 209 h 402"/>
              <a:gd name="T108" fmla="*/ 166 w 402"/>
              <a:gd name="T109" fmla="*/ 335 h 402"/>
              <a:gd name="T110" fmla="*/ 67 w 402"/>
              <a:gd name="T111" fmla="*/ 167 h 402"/>
              <a:gd name="T112" fmla="*/ 235 w 402"/>
              <a:gd name="T113" fmla="*/ 68 h 402"/>
              <a:gd name="T114" fmla="*/ 335 w 402"/>
              <a:gd name="T115" fmla="*/ 236 h 402"/>
              <a:gd name="T116" fmla="*/ 166 w 402"/>
              <a:gd name="T117" fmla="*/ 335 h 4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402" h="402">
                <a:moveTo>
                  <a:pt x="373" y="209"/>
                </a:moveTo>
                <a:cubicBezTo>
                  <a:pt x="373" y="203"/>
                  <a:pt x="373" y="197"/>
                  <a:pt x="372" y="190"/>
                </a:cubicBezTo>
                <a:cubicBezTo>
                  <a:pt x="401" y="170"/>
                  <a:pt x="401" y="170"/>
                  <a:pt x="401" y="170"/>
                </a:cubicBezTo>
                <a:cubicBezTo>
                  <a:pt x="389" y="124"/>
                  <a:pt x="389" y="124"/>
                  <a:pt x="389" y="124"/>
                </a:cubicBezTo>
                <a:cubicBezTo>
                  <a:pt x="353" y="123"/>
                  <a:pt x="353" y="123"/>
                  <a:pt x="353" y="123"/>
                </a:cubicBezTo>
                <a:cubicBezTo>
                  <a:pt x="351" y="117"/>
                  <a:pt x="347" y="111"/>
                  <a:pt x="344" y="107"/>
                </a:cubicBezTo>
                <a:cubicBezTo>
                  <a:pt x="360" y="74"/>
                  <a:pt x="360" y="74"/>
                  <a:pt x="360" y="74"/>
                </a:cubicBezTo>
                <a:cubicBezTo>
                  <a:pt x="325" y="41"/>
                  <a:pt x="325" y="41"/>
                  <a:pt x="325" y="41"/>
                </a:cubicBezTo>
                <a:cubicBezTo>
                  <a:pt x="293" y="57"/>
                  <a:pt x="293" y="57"/>
                  <a:pt x="293" y="57"/>
                </a:cubicBezTo>
                <a:cubicBezTo>
                  <a:pt x="288" y="54"/>
                  <a:pt x="282" y="51"/>
                  <a:pt x="277" y="48"/>
                </a:cubicBezTo>
                <a:cubicBezTo>
                  <a:pt x="275" y="12"/>
                  <a:pt x="275" y="12"/>
                  <a:pt x="275" y="12"/>
                </a:cubicBezTo>
                <a:cubicBezTo>
                  <a:pt x="251" y="6"/>
                  <a:pt x="251" y="6"/>
                  <a:pt x="251" y="6"/>
                </a:cubicBezTo>
                <a:cubicBezTo>
                  <a:pt x="228" y="0"/>
                  <a:pt x="228" y="0"/>
                  <a:pt x="228" y="0"/>
                </a:cubicBezTo>
                <a:cubicBezTo>
                  <a:pt x="209" y="30"/>
                  <a:pt x="209" y="30"/>
                  <a:pt x="209" y="30"/>
                </a:cubicBezTo>
                <a:cubicBezTo>
                  <a:pt x="203" y="30"/>
                  <a:pt x="196" y="30"/>
                  <a:pt x="190" y="30"/>
                </a:cubicBezTo>
                <a:cubicBezTo>
                  <a:pt x="170" y="1"/>
                  <a:pt x="170" y="1"/>
                  <a:pt x="170" y="1"/>
                </a:cubicBezTo>
                <a:cubicBezTo>
                  <a:pt x="124" y="13"/>
                  <a:pt x="124" y="13"/>
                  <a:pt x="124" y="13"/>
                </a:cubicBezTo>
                <a:cubicBezTo>
                  <a:pt x="122" y="49"/>
                  <a:pt x="122" y="49"/>
                  <a:pt x="122" y="49"/>
                </a:cubicBezTo>
                <a:cubicBezTo>
                  <a:pt x="116" y="52"/>
                  <a:pt x="111" y="55"/>
                  <a:pt x="106" y="59"/>
                </a:cubicBezTo>
                <a:cubicBezTo>
                  <a:pt x="74" y="43"/>
                  <a:pt x="74" y="43"/>
                  <a:pt x="74" y="43"/>
                </a:cubicBezTo>
                <a:cubicBezTo>
                  <a:pt x="41" y="77"/>
                  <a:pt x="41" y="77"/>
                  <a:pt x="41" y="77"/>
                </a:cubicBezTo>
                <a:cubicBezTo>
                  <a:pt x="56" y="109"/>
                  <a:pt x="56" y="109"/>
                  <a:pt x="56" y="109"/>
                </a:cubicBezTo>
                <a:cubicBezTo>
                  <a:pt x="53" y="114"/>
                  <a:pt x="50" y="120"/>
                  <a:pt x="47" y="126"/>
                </a:cubicBezTo>
                <a:cubicBezTo>
                  <a:pt x="12" y="128"/>
                  <a:pt x="12" y="128"/>
                  <a:pt x="12" y="128"/>
                </a:cubicBezTo>
                <a:cubicBezTo>
                  <a:pt x="6" y="151"/>
                  <a:pt x="6" y="151"/>
                  <a:pt x="6" y="151"/>
                </a:cubicBezTo>
                <a:cubicBezTo>
                  <a:pt x="0" y="174"/>
                  <a:pt x="0" y="174"/>
                  <a:pt x="0" y="174"/>
                </a:cubicBezTo>
                <a:cubicBezTo>
                  <a:pt x="30" y="194"/>
                  <a:pt x="30" y="194"/>
                  <a:pt x="30" y="194"/>
                </a:cubicBezTo>
                <a:cubicBezTo>
                  <a:pt x="30" y="200"/>
                  <a:pt x="30" y="206"/>
                  <a:pt x="30" y="212"/>
                </a:cubicBezTo>
                <a:cubicBezTo>
                  <a:pt x="0" y="233"/>
                  <a:pt x="0" y="233"/>
                  <a:pt x="0" y="233"/>
                </a:cubicBezTo>
                <a:cubicBezTo>
                  <a:pt x="13" y="279"/>
                  <a:pt x="13" y="279"/>
                  <a:pt x="13" y="279"/>
                </a:cubicBezTo>
                <a:cubicBezTo>
                  <a:pt x="49" y="280"/>
                  <a:pt x="49" y="280"/>
                  <a:pt x="49" y="280"/>
                </a:cubicBezTo>
                <a:cubicBezTo>
                  <a:pt x="52" y="286"/>
                  <a:pt x="55" y="291"/>
                  <a:pt x="59" y="296"/>
                </a:cubicBezTo>
                <a:cubicBezTo>
                  <a:pt x="43" y="328"/>
                  <a:pt x="43" y="328"/>
                  <a:pt x="43" y="328"/>
                </a:cubicBezTo>
                <a:cubicBezTo>
                  <a:pt x="77" y="362"/>
                  <a:pt x="77" y="362"/>
                  <a:pt x="77" y="362"/>
                </a:cubicBezTo>
                <a:cubicBezTo>
                  <a:pt x="109" y="345"/>
                  <a:pt x="109" y="345"/>
                  <a:pt x="109" y="345"/>
                </a:cubicBezTo>
                <a:cubicBezTo>
                  <a:pt x="114" y="349"/>
                  <a:pt x="119" y="352"/>
                  <a:pt x="125" y="355"/>
                </a:cubicBezTo>
                <a:cubicBezTo>
                  <a:pt x="128" y="390"/>
                  <a:pt x="128" y="390"/>
                  <a:pt x="128" y="390"/>
                </a:cubicBezTo>
                <a:cubicBezTo>
                  <a:pt x="150" y="396"/>
                  <a:pt x="150" y="396"/>
                  <a:pt x="150" y="396"/>
                </a:cubicBezTo>
                <a:cubicBezTo>
                  <a:pt x="174" y="402"/>
                  <a:pt x="174" y="402"/>
                  <a:pt x="174" y="402"/>
                </a:cubicBezTo>
                <a:cubicBezTo>
                  <a:pt x="194" y="373"/>
                  <a:pt x="194" y="373"/>
                  <a:pt x="194" y="373"/>
                </a:cubicBezTo>
                <a:cubicBezTo>
                  <a:pt x="200" y="373"/>
                  <a:pt x="206" y="373"/>
                  <a:pt x="212" y="372"/>
                </a:cubicBezTo>
                <a:cubicBezTo>
                  <a:pt x="232" y="402"/>
                  <a:pt x="232" y="402"/>
                  <a:pt x="232" y="402"/>
                </a:cubicBezTo>
                <a:cubicBezTo>
                  <a:pt x="278" y="389"/>
                  <a:pt x="278" y="389"/>
                  <a:pt x="278" y="389"/>
                </a:cubicBezTo>
                <a:cubicBezTo>
                  <a:pt x="280" y="353"/>
                  <a:pt x="280" y="353"/>
                  <a:pt x="280" y="353"/>
                </a:cubicBezTo>
                <a:cubicBezTo>
                  <a:pt x="285" y="351"/>
                  <a:pt x="291" y="348"/>
                  <a:pt x="296" y="344"/>
                </a:cubicBezTo>
                <a:cubicBezTo>
                  <a:pt x="328" y="360"/>
                  <a:pt x="328" y="360"/>
                  <a:pt x="328" y="360"/>
                </a:cubicBezTo>
                <a:cubicBezTo>
                  <a:pt x="362" y="326"/>
                  <a:pt x="362" y="326"/>
                  <a:pt x="362" y="326"/>
                </a:cubicBezTo>
                <a:cubicBezTo>
                  <a:pt x="345" y="294"/>
                  <a:pt x="345" y="294"/>
                  <a:pt x="345" y="294"/>
                </a:cubicBezTo>
                <a:cubicBezTo>
                  <a:pt x="349" y="289"/>
                  <a:pt x="352" y="283"/>
                  <a:pt x="354" y="277"/>
                </a:cubicBezTo>
                <a:cubicBezTo>
                  <a:pt x="390" y="275"/>
                  <a:pt x="390" y="275"/>
                  <a:pt x="390" y="275"/>
                </a:cubicBezTo>
                <a:cubicBezTo>
                  <a:pt x="396" y="251"/>
                  <a:pt x="396" y="251"/>
                  <a:pt x="396" y="251"/>
                </a:cubicBezTo>
                <a:cubicBezTo>
                  <a:pt x="402" y="229"/>
                  <a:pt x="402" y="229"/>
                  <a:pt x="402" y="229"/>
                </a:cubicBezTo>
                <a:cubicBezTo>
                  <a:pt x="373" y="209"/>
                  <a:pt x="373" y="209"/>
                  <a:pt x="373" y="209"/>
                </a:cubicBezTo>
                <a:cubicBezTo>
                  <a:pt x="373" y="209"/>
                  <a:pt x="373" y="209"/>
                  <a:pt x="373" y="209"/>
                </a:cubicBezTo>
                <a:close/>
                <a:moveTo>
                  <a:pt x="166" y="335"/>
                </a:moveTo>
                <a:cubicBezTo>
                  <a:pt x="93" y="316"/>
                  <a:pt x="48" y="241"/>
                  <a:pt x="67" y="167"/>
                </a:cubicBezTo>
                <a:cubicBezTo>
                  <a:pt x="87" y="93"/>
                  <a:pt x="162" y="49"/>
                  <a:pt x="235" y="68"/>
                </a:cubicBezTo>
                <a:cubicBezTo>
                  <a:pt x="309" y="87"/>
                  <a:pt x="354" y="162"/>
                  <a:pt x="335" y="236"/>
                </a:cubicBezTo>
                <a:cubicBezTo>
                  <a:pt x="316" y="310"/>
                  <a:pt x="241" y="354"/>
                  <a:pt x="166" y="335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0" name="Oval 20"/>
          <p:cNvSpPr>
            <a:spLocks noChangeArrowheads="1"/>
          </p:cNvSpPr>
          <p:nvPr/>
        </p:nvSpPr>
        <p:spPr bwMode="auto">
          <a:xfrm>
            <a:off x="5908347" y="2663031"/>
            <a:ext cx="647481" cy="65168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1" name="Freeform 21"/>
          <p:cNvSpPr>
            <a:spLocks noEditPoints="1"/>
          </p:cNvSpPr>
          <p:nvPr/>
        </p:nvSpPr>
        <p:spPr bwMode="auto">
          <a:xfrm>
            <a:off x="7215323" y="2867350"/>
            <a:ext cx="240302" cy="245718"/>
          </a:xfrm>
          <a:custGeom>
            <a:avLst/>
            <a:gdLst>
              <a:gd name="T0" fmla="*/ 26 w 90"/>
              <a:gd name="T1" fmla="*/ 19 h 91"/>
              <a:gd name="T2" fmla="*/ 19 w 90"/>
              <a:gd name="T3" fmla="*/ 26 h 91"/>
              <a:gd name="T4" fmla="*/ 18 w 90"/>
              <a:gd name="T5" fmla="*/ 34 h 91"/>
              <a:gd name="T6" fmla="*/ 22 w 90"/>
              <a:gd name="T7" fmla="*/ 29 h 91"/>
              <a:gd name="T8" fmla="*/ 29 w 90"/>
              <a:gd name="T9" fmla="*/ 23 h 91"/>
              <a:gd name="T10" fmla="*/ 33 w 90"/>
              <a:gd name="T11" fmla="*/ 18 h 91"/>
              <a:gd name="T12" fmla="*/ 89 w 90"/>
              <a:gd name="T13" fmla="*/ 84 h 91"/>
              <a:gd name="T14" fmla="*/ 73 w 90"/>
              <a:gd name="T15" fmla="*/ 67 h 91"/>
              <a:gd name="T16" fmla="*/ 82 w 90"/>
              <a:gd name="T17" fmla="*/ 41 h 91"/>
              <a:gd name="T18" fmla="*/ 79 w 90"/>
              <a:gd name="T19" fmla="*/ 25 h 91"/>
              <a:gd name="T20" fmla="*/ 70 w 90"/>
              <a:gd name="T21" fmla="*/ 12 h 91"/>
              <a:gd name="T22" fmla="*/ 41 w 90"/>
              <a:gd name="T23" fmla="*/ 0 h 91"/>
              <a:gd name="T24" fmla="*/ 3 w 90"/>
              <a:gd name="T25" fmla="*/ 25 h 91"/>
              <a:gd name="T26" fmla="*/ 3 w 90"/>
              <a:gd name="T27" fmla="*/ 57 h 91"/>
              <a:gd name="T28" fmla="*/ 12 w 90"/>
              <a:gd name="T29" fmla="*/ 70 h 91"/>
              <a:gd name="T30" fmla="*/ 25 w 90"/>
              <a:gd name="T31" fmla="*/ 79 h 91"/>
              <a:gd name="T32" fmla="*/ 25 w 90"/>
              <a:gd name="T33" fmla="*/ 79 h 91"/>
              <a:gd name="T34" fmla="*/ 57 w 90"/>
              <a:gd name="T35" fmla="*/ 79 h 91"/>
              <a:gd name="T36" fmla="*/ 84 w 90"/>
              <a:gd name="T37" fmla="*/ 89 h 91"/>
              <a:gd name="T38" fmla="*/ 89 w 90"/>
              <a:gd name="T39" fmla="*/ 84 h 91"/>
              <a:gd name="T40" fmla="*/ 65 w 90"/>
              <a:gd name="T41" fmla="*/ 65 h 91"/>
              <a:gd name="T42" fmla="*/ 54 w 90"/>
              <a:gd name="T43" fmla="*/ 72 h 91"/>
              <a:gd name="T44" fmla="*/ 28 w 90"/>
              <a:gd name="T45" fmla="*/ 72 h 91"/>
              <a:gd name="T46" fmla="*/ 17 w 90"/>
              <a:gd name="T47" fmla="*/ 65 h 91"/>
              <a:gd name="T48" fmla="*/ 17 w 90"/>
              <a:gd name="T49" fmla="*/ 65 h 91"/>
              <a:gd name="T50" fmla="*/ 10 w 90"/>
              <a:gd name="T51" fmla="*/ 54 h 91"/>
              <a:gd name="T52" fmla="*/ 10 w 90"/>
              <a:gd name="T53" fmla="*/ 28 h 91"/>
              <a:gd name="T54" fmla="*/ 41 w 90"/>
              <a:gd name="T55" fmla="*/ 7 h 91"/>
              <a:gd name="T56" fmla="*/ 65 w 90"/>
              <a:gd name="T57" fmla="*/ 17 h 91"/>
              <a:gd name="T58" fmla="*/ 72 w 90"/>
              <a:gd name="T59" fmla="*/ 28 h 91"/>
              <a:gd name="T60" fmla="*/ 75 w 90"/>
              <a:gd name="T61" fmla="*/ 41 h 91"/>
              <a:gd name="T62" fmla="*/ 65 w 90"/>
              <a:gd name="T63" fmla="*/ 65 h 91"/>
              <a:gd name="T64" fmla="*/ 65 w 90"/>
              <a:gd name="T65" fmla="*/ 39 h 91"/>
              <a:gd name="T66" fmla="*/ 61 w 90"/>
              <a:gd name="T67" fmla="*/ 50 h 91"/>
              <a:gd name="T68" fmla="*/ 57 w 90"/>
              <a:gd name="T69" fmla="*/ 57 h 91"/>
              <a:gd name="T70" fmla="*/ 41 w 90"/>
              <a:gd name="T71" fmla="*/ 63 h 91"/>
              <a:gd name="T72" fmla="*/ 41 w 90"/>
              <a:gd name="T73" fmla="*/ 68 h 91"/>
              <a:gd name="T74" fmla="*/ 60 w 90"/>
              <a:gd name="T75" fmla="*/ 60 h 91"/>
              <a:gd name="T76" fmla="*/ 66 w 90"/>
              <a:gd name="T77" fmla="*/ 51 h 91"/>
              <a:gd name="T78" fmla="*/ 65 w 90"/>
              <a:gd name="T79" fmla="*/ 39 h 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90" h="91">
                <a:moveTo>
                  <a:pt x="30" y="16"/>
                </a:moveTo>
                <a:cubicBezTo>
                  <a:pt x="29" y="17"/>
                  <a:pt x="27" y="18"/>
                  <a:pt x="26" y="19"/>
                </a:cubicBezTo>
                <a:cubicBezTo>
                  <a:pt x="25" y="20"/>
                  <a:pt x="23" y="21"/>
                  <a:pt x="22" y="22"/>
                </a:cubicBezTo>
                <a:cubicBezTo>
                  <a:pt x="21" y="23"/>
                  <a:pt x="20" y="25"/>
                  <a:pt x="19" y="26"/>
                </a:cubicBezTo>
                <a:cubicBezTo>
                  <a:pt x="18" y="28"/>
                  <a:pt x="17" y="29"/>
                  <a:pt x="16" y="31"/>
                </a:cubicBezTo>
                <a:cubicBezTo>
                  <a:pt x="16" y="32"/>
                  <a:pt x="16" y="33"/>
                  <a:pt x="18" y="34"/>
                </a:cubicBezTo>
                <a:cubicBezTo>
                  <a:pt x="19" y="34"/>
                  <a:pt x="20" y="34"/>
                  <a:pt x="20" y="32"/>
                </a:cubicBezTo>
                <a:cubicBezTo>
                  <a:pt x="21" y="31"/>
                  <a:pt x="22" y="30"/>
                  <a:pt x="22" y="29"/>
                </a:cubicBezTo>
                <a:cubicBezTo>
                  <a:pt x="23" y="28"/>
                  <a:pt x="24" y="26"/>
                  <a:pt x="25" y="25"/>
                </a:cubicBezTo>
                <a:cubicBezTo>
                  <a:pt x="26" y="24"/>
                  <a:pt x="27" y="23"/>
                  <a:pt x="29" y="23"/>
                </a:cubicBezTo>
                <a:cubicBezTo>
                  <a:pt x="30" y="22"/>
                  <a:pt x="31" y="21"/>
                  <a:pt x="32" y="21"/>
                </a:cubicBezTo>
                <a:cubicBezTo>
                  <a:pt x="33" y="20"/>
                  <a:pt x="34" y="19"/>
                  <a:pt x="33" y="18"/>
                </a:cubicBezTo>
                <a:cubicBezTo>
                  <a:pt x="33" y="17"/>
                  <a:pt x="32" y="16"/>
                  <a:pt x="30" y="16"/>
                </a:cubicBezTo>
                <a:close/>
                <a:moveTo>
                  <a:pt x="89" y="84"/>
                </a:moveTo>
                <a:cubicBezTo>
                  <a:pt x="89" y="84"/>
                  <a:pt x="89" y="84"/>
                  <a:pt x="89" y="84"/>
                </a:cubicBezTo>
                <a:cubicBezTo>
                  <a:pt x="73" y="67"/>
                  <a:pt x="73" y="67"/>
                  <a:pt x="73" y="67"/>
                </a:cubicBezTo>
                <a:cubicBezTo>
                  <a:pt x="75" y="64"/>
                  <a:pt x="77" y="61"/>
                  <a:pt x="79" y="57"/>
                </a:cubicBezTo>
                <a:cubicBezTo>
                  <a:pt x="81" y="52"/>
                  <a:pt x="82" y="47"/>
                  <a:pt x="82" y="41"/>
                </a:cubicBezTo>
                <a:cubicBezTo>
                  <a:pt x="82" y="36"/>
                  <a:pt x="81" y="30"/>
                  <a:pt x="79" y="26"/>
                </a:cubicBezTo>
                <a:cubicBezTo>
                  <a:pt x="79" y="25"/>
                  <a:pt x="79" y="25"/>
                  <a:pt x="79" y="25"/>
                </a:cubicBezTo>
                <a:cubicBezTo>
                  <a:pt x="77" y="20"/>
                  <a:pt x="74" y="16"/>
                  <a:pt x="70" y="12"/>
                </a:cubicBezTo>
                <a:cubicBezTo>
                  <a:pt x="70" y="12"/>
                  <a:pt x="70" y="12"/>
                  <a:pt x="70" y="12"/>
                </a:cubicBezTo>
                <a:cubicBezTo>
                  <a:pt x="66" y="8"/>
                  <a:pt x="62" y="5"/>
                  <a:pt x="57" y="3"/>
                </a:cubicBezTo>
                <a:cubicBezTo>
                  <a:pt x="52" y="1"/>
                  <a:pt x="46" y="0"/>
                  <a:pt x="41" y="0"/>
                </a:cubicBezTo>
                <a:cubicBezTo>
                  <a:pt x="29" y="0"/>
                  <a:pt x="19" y="4"/>
                  <a:pt x="12" y="12"/>
                </a:cubicBezTo>
                <a:cubicBezTo>
                  <a:pt x="8" y="16"/>
                  <a:pt x="5" y="20"/>
                  <a:pt x="3" y="25"/>
                </a:cubicBezTo>
                <a:cubicBezTo>
                  <a:pt x="1" y="30"/>
                  <a:pt x="0" y="36"/>
                  <a:pt x="0" y="41"/>
                </a:cubicBezTo>
                <a:cubicBezTo>
                  <a:pt x="0" y="47"/>
                  <a:pt x="1" y="52"/>
                  <a:pt x="3" y="57"/>
                </a:cubicBezTo>
                <a:cubicBezTo>
                  <a:pt x="3" y="57"/>
                  <a:pt x="3" y="57"/>
                  <a:pt x="3" y="57"/>
                </a:cubicBezTo>
                <a:cubicBezTo>
                  <a:pt x="5" y="62"/>
                  <a:pt x="8" y="66"/>
                  <a:pt x="12" y="70"/>
                </a:cubicBezTo>
                <a:cubicBezTo>
                  <a:pt x="12" y="70"/>
                  <a:pt x="12" y="70"/>
                  <a:pt x="12" y="70"/>
                </a:cubicBezTo>
                <a:cubicBezTo>
                  <a:pt x="16" y="74"/>
                  <a:pt x="20" y="77"/>
                  <a:pt x="25" y="79"/>
                </a:cubicBezTo>
                <a:cubicBezTo>
                  <a:pt x="25" y="79"/>
                  <a:pt x="25" y="79"/>
                  <a:pt x="25" y="79"/>
                </a:cubicBezTo>
                <a:cubicBezTo>
                  <a:pt x="25" y="79"/>
                  <a:pt x="25" y="79"/>
                  <a:pt x="25" y="79"/>
                </a:cubicBezTo>
                <a:cubicBezTo>
                  <a:pt x="30" y="81"/>
                  <a:pt x="35" y="82"/>
                  <a:pt x="41" y="82"/>
                </a:cubicBezTo>
                <a:cubicBezTo>
                  <a:pt x="46" y="82"/>
                  <a:pt x="52" y="81"/>
                  <a:pt x="57" y="79"/>
                </a:cubicBezTo>
                <a:cubicBezTo>
                  <a:pt x="61" y="78"/>
                  <a:pt x="64" y="75"/>
                  <a:pt x="67" y="73"/>
                </a:cubicBezTo>
                <a:cubicBezTo>
                  <a:pt x="84" y="89"/>
                  <a:pt x="84" y="89"/>
                  <a:pt x="84" y="89"/>
                </a:cubicBezTo>
                <a:cubicBezTo>
                  <a:pt x="85" y="91"/>
                  <a:pt x="88" y="91"/>
                  <a:pt x="89" y="89"/>
                </a:cubicBezTo>
                <a:cubicBezTo>
                  <a:pt x="90" y="88"/>
                  <a:pt x="90" y="85"/>
                  <a:pt x="89" y="84"/>
                </a:cubicBezTo>
                <a:close/>
                <a:moveTo>
                  <a:pt x="65" y="65"/>
                </a:moveTo>
                <a:cubicBezTo>
                  <a:pt x="65" y="65"/>
                  <a:pt x="65" y="65"/>
                  <a:pt x="65" y="65"/>
                </a:cubicBezTo>
                <a:cubicBezTo>
                  <a:pt x="65" y="65"/>
                  <a:pt x="65" y="65"/>
                  <a:pt x="65" y="65"/>
                </a:cubicBezTo>
                <a:cubicBezTo>
                  <a:pt x="62" y="68"/>
                  <a:pt x="58" y="71"/>
                  <a:pt x="54" y="72"/>
                </a:cubicBezTo>
                <a:cubicBezTo>
                  <a:pt x="50" y="74"/>
                  <a:pt x="45" y="75"/>
                  <a:pt x="41" y="75"/>
                </a:cubicBezTo>
                <a:cubicBezTo>
                  <a:pt x="36" y="75"/>
                  <a:pt x="32" y="74"/>
                  <a:pt x="28" y="72"/>
                </a:cubicBezTo>
                <a:cubicBezTo>
                  <a:pt x="28" y="72"/>
                  <a:pt x="28" y="72"/>
                  <a:pt x="28" y="72"/>
                </a:cubicBezTo>
                <a:cubicBezTo>
                  <a:pt x="24" y="71"/>
                  <a:pt x="20" y="68"/>
                  <a:pt x="17" y="65"/>
                </a:cubicBezTo>
                <a:cubicBezTo>
                  <a:pt x="17" y="65"/>
                  <a:pt x="17" y="65"/>
                  <a:pt x="17" y="65"/>
                </a:cubicBezTo>
                <a:cubicBezTo>
                  <a:pt x="17" y="65"/>
                  <a:pt x="17" y="65"/>
                  <a:pt x="17" y="65"/>
                </a:cubicBezTo>
                <a:cubicBezTo>
                  <a:pt x="14" y="62"/>
                  <a:pt x="11" y="58"/>
                  <a:pt x="10" y="54"/>
                </a:cubicBezTo>
                <a:cubicBezTo>
                  <a:pt x="10" y="54"/>
                  <a:pt x="10" y="54"/>
                  <a:pt x="10" y="54"/>
                </a:cubicBezTo>
                <a:cubicBezTo>
                  <a:pt x="8" y="50"/>
                  <a:pt x="7" y="46"/>
                  <a:pt x="7" y="41"/>
                </a:cubicBezTo>
                <a:cubicBezTo>
                  <a:pt x="7" y="37"/>
                  <a:pt x="8" y="32"/>
                  <a:pt x="10" y="28"/>
                </a:cubicBezTo>
                <a:cubicBezTo>
                  <a:pt x="11" y="24"/>
                  <a:pt x="14" y="20"/>
                  <a:pt x="17" y="17"/>
                </a:cubicBezTo>
                <a:cubicBezTo>
                  <a:pt x="23" y="11"/>
                  <a:pt x="32" y="7"/>
                  <a:pt x="41" y="7"/>
                </a:cubicBezTo>
                <a:cubicBezTo>
                  <a:pt x="45" y="7"/>
                  <a:pt x="50" y="8"/>
                  <a:pt x="54" y="10"/>
                </a:cubicBezTo>
                <a:cubicBezTo>
                  <a:pt x="58" y="12"/>
                  <a:pt x="62" y="14"/>
                  <a:pt x="65" y="17"/>
                </a:cubicBezTo>
                <a:cubicBezTo>
                  <a:pt x="65" y="17"/>
                  <a:pt x="65" y="17"/>
                  <a:pt x="65" y="17"/>
                </a:cubicBezTo>
                <a:cubicBezTo>
                  <a:pt x="68" y="21"/>
                  <a:pt x="70" y="24"/>
                  <a:pt x="72" y="28"/>
                </a:cubicBezTo>
                <a:cubicBezTo>
                  <a:pt x="72" y="28"/>
                  <a:pt x="72" y="28"/>
                  <a:pt x="72" y="28"/>
                </a:cubicBezTo>
                <a:cubicBezTo>
                  <a:pt x="74" y="32"/>
                  <a:pt x="75" y="37"/>
                  <a:pt x="75" y="41"/>
                </a:cubicBezTo>
                <a:cubicBezTo>
                  <a:pt x="75" y="46"/>
                  <a:pt x="74" y="50"/>
                  <a:pt x="72" y="54"/>
                </a:cubicBezTo>
                <a:cubicBezTo>
                  <a:pt x="70" y="58"/>
                  <a:pt x="68" y="62"/>
                  <a:pt x="65" y="65"/>
                </a:cubicBezTo>
                <a:close/>
                <a:moveTo>
                  <a:pt x="65" y="39"/>
                </a:moveTo>
                <a:cubicBezTo>
                  <a:pt x="65" y="39"/>
                  <a:pt x="65" y="39"/>
                  <a:pt x="65" y="39"/>
                </a:cubicBezTo>
                <a:cubicBezTo>
                  <a:pt x="64" y="39"/>
                  <a:pt x="63" y="40"/>
                  <a:pt x="63" y="41"/>
                </a:cubicBezTo>
                <a:cubicBezTo>
                  <a:pt x="63" y="44"/>
                  <a:pt x="62" y="47"/>
                  <a:pt x="61" y="50"/>
                </a:cubicBezTo>
                <a:cubicBezTo>
                  <a:pt x="61" y="50"/>
                  <a:pt x="61" y="50"/>
                  <a:pt x="61" y="50"/>
                </a:cubicBezTo>
                <a:cubicBezTo>
                  <a:pt x="60" y="52"/>
                  <a:pt x="59" y="55"/>
                  <a:pt x="57" y="57"/>
                </a:cubicBezTo>
                <a:cubicBezTo>
                  <a:pt x="54" y="59"/>
                  <a:pt x="52" y="60"/>
                  <a:pt x="49" y="62"/>
                </a:cubicBezTo>
                <a:cubicBezTo>
                  <a:pt x="47" y="63"/>
                  <a:pt x="44" y="63"/>
                  <a:pt x="41" y="63"/>
                </a:cubicBezTo>
                <a:cubicBezTo>
                  <a:pt x="40" y="63"/>
                  <a:pt x="39" y="64"/>
                  <a:pt x="39" y="66"/>
                </a:cubicBezTo>
                <a:cubicBezTo>
                  <a:pt x="39" y="67"/>
                  <a:pt x="40" y="68"/>
                  <a:pt x="41" y="68"/>
                </a:cubicBezTo>
                <a:cubicBezTo>
                  <a:pt x="44" y="68"/>
                  <a:pt x="48" y="67"/>
                  <a:pt x="51" y="66"/>
                </a:cubicBezTo>
                <a:cubicBezTo>
                  <a:pt x="54" y="64"/>
                  <a:pt x="57" y="63"/>
                  <a:pt x="60" y="60"/>
                </a:cubicBezTo>
                <a:cubicBezTo>
                  <a:pt x="62" y="58"/>
                  <a:pt x="64" y="55"/>
                  <a:pt x="66" y="51"/>
                </a:cubicBezTo>
                <a:cubicBezTo>
                  <a:pt x="66" y="51"/>
                  <a:pt x="66" y="51"/>
                  <a:pt x="66" y="51"/>
                </a:cubicBezTo>
                <a:cubicBezTo>
                  <a:pt x="67" y="48"/>
                  <a:pt x="68" y="45"/>
                  <a:pt x="68" y="41"/>
                </a:cubicBezTo>
                <a:cubicBezTo>
                  <a:pt x="68" y="40"/>
                  <a:pt x="67" y="39"/>
                  <a:pt x="65" y="3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2" name="Freeform 22"/>
          <p:cNvSpPr>
            <a:spLocks noEditPoints="1"/>
          </p:cNvSpPr>
          <p:nvPr/>
        </p:nvSpPr>
        <p:spPr bwMode="auto">
          <a:xfrm>
            <a:off x="1673691" y="2862008"/>
            <a:ext cx="262998" cy="253730"/>
          </a:xfrm>
          <a:custGeom>
            <a:avLst/>
            <a:gdLst>
              <a:gd name="T0" fmla="*/ 59 w 98"/>
              <a:gd name="T1" fmla="*/ 0 h 94"/>
              <a:gd name="T2" fmla="*/ 70 w 98"/>
              <a:gd name="T3" fmla="*/ 11 h 94"/>
              <a:gd name="T4" fmla="*/ 79 w 98"/>
              <a:gd name="T5" fmla="*/ 14 h 94"/>
              <a:gd name="T6" fmla="*/ 98 w 98"/>
              <a:gd name="T7" fmla="*/ 34 h 94"/>
              <a:gd name="T8" fmla="*/ 92 w 98"/>
              <a:gd name="T9" fmla="*/ 89 h 94"/>
              <a:gd name="T10" fmla="*/ 19 w 98"/>
              <a:gd name="T11" fmla="*/ 94 h 94"/>
              <a:gd name="T12" fmla="*/ 5 w 98"/>
              <a:gd name="T13" fmla="*/ 88 h 94"/>
              <a:gd name="T14" fmla="*/ 0 w 98"/>
              <a:gd name="T15" fmla="*/ 34 h 94"/>
              <a:gd name="T16" fmla="*/ 19 w 98"/>
              <a:gd name="T17" fmla="*/ 14 h 94"/>
              <a:gd name="T18" fmla="*/ 27 w 98"/>
              <a:gd name="T19" fmla="*/ 11 h 94"/>
              <a:gd name="T20" fmla="*/ 38 w 98"/>
              <a:gd name="T21" fmla="*/ 0 h 94"/>
              <a:gd name="T22" fmla="*/ 69 w 98"/>
              <a:gd name="T23" fmla="*/ 22 h 94"/>
              <a:gd name="T24" fmla="*/ 68 w 98"/>
              <a:gd name="T25" fmla="*/ 22 h 94"/>
              <a:gd name="T26" fmla="*/ 29 w 98"/>
              <a:gd name="T27" fmla="*/ 22 h 94"/>
              <a:gd name="T28" fmla="*/ 11 w 98"/>
              <a:gd name="T29" fmla="*/ 25 h 94"/>
              <a:gd name="T30" fmla="*/ 7 w 98"/>
              <a:gd name="T31" fmla="*/ 34 h 94"/>
              <a:gd name="T32" fmla="*/ 18 w 98"/>
              <a:gd name="T33" fmla="*/ 52 h 94"/>
              <a:gd name="T34" fmla="*/ 20 w 98"/>
              <a:gd name="T35" fmla="*/ 43 h 94"/>
              <a:gd name="T36" fmla="*/ 37 w 98"/>
              <a:gd name="T37" fmla="*/ 43 h 94"/>
              <a:gd name="T38" fmla="*/ 39 w 98"/>
              <a:gd name="T39" fmla="*/ 45 h 94"/>
              <a:gd name="T40" fmla="*/ 59 w 98"/>
              <a:gd name="T41" fmla="*/ 52 h 94"/>
              <a:gd name="T42" fmla="*/ 61 w 98"/>
              <a:gd name="T43" fmla="*/ 43 h 94"/>
              <a:gd name="T44" fmla="*/ 77 w 98"/>
              <a:gd name="T45" fmla="*/ 43 h 94"/>
              <a:gd name="T46" fmla="*/ 80 w 98"/>
              <a:gd name="T47" fmla="*/ 45 h 94"/>
              <a:gd name="T48" fmla="*/ 91 w 98"/>
              <a:gd name="T49" fmla="*/ 52 h 94"/>
              <a:gd name="T50" fmla="*/ 87 w 98"/>
              <a:gd name="T51" fmla="*/ 25 h 94"/>
              <a:gd name="T52" fmla="*/ 69 w 98"/>
              <a:gd name="T53" fmla="*/ 22 h 94"/>
              <a:gd name="T54" fmla="*/ 32 w 98"/>
              <a:gd name="T55" fmla="*/ 14 h 94"/>
              <a:gd name="T56" fmla="*/ 66 w 98"/>
              <a:gd name="T57" fmla="*/ 11 h 94"/>
              <a:gd name="T58" fmla="*/ 59 w 98"/>
              <a:gd name="T59" fmla="*/ 4 h 94"/>
              <a:gd name="T60" fmla="*/ 34 w 98"/>
              <a:gd name="T61" fmla="*/ 6 h 94"/>
              <a:gd name="T62" fmla="*/ 32 w 98"/>
              <a:gd name="T63" fmla="*/ 14 h 94"/>
              <a:gd name="T64" fmla="*/ 7 w 98"/>
              <a:gd name="T65" fmla="*/ 57 h 94"/>
              <a:gd name="T66" fmla="*/ 11 w 98"/>
              <a:gd name="T67" fmla="*/ 83 h 94"/>
              <a:gd name="T68" fmla="*/ 19 w 98"/>
              <a:gd name="T69" fmla="*/ 87 h 94"/>
              <a:gd name="T70" fmla="*/ 87 w 98"/>
              <a:gd name="T71" fmla="*/ 83 h 94"/>
              <a:gd name="T72" fmla="*/ 91 w 98"/>
              <a:gd name="T73" fmla="*/ 57 h 94"/>
              <a:gd name="T74" fmla="*/ 80 w 98"/>
              <a:gd name="T75" fmla="*/ 63 h 94"/>
              <a:gd name="T76" fmla="*/ 77 w 98"/>
              <a:gd name="T77" fmla="*/ 66 h 94"/>
              <a:gd name="T78" fmla="*/ 59 w 98"/>
              <a:gd name="T79" fmla="*/ 63 h 94"/>
              <a:gd name="T80" fmla="*/ 59 w 98"/>
              <a:gd name="T81" fmla="*/ 57 h 94"/>
              <a:gd name="T82" fmla="*/ 39 w 98"/>
              <a:gd name="T83" fmla="*/ 63 h 94"/>
              <a:gd name="T84" fmla="*/ 36 w 98"/>
              <a:gd name="T85" fmla="*/ 66 h 94"/>
              <a:gd name="T86" fmla="*/ 18 w 98"/>
              <a:gd name="T87" fmla="*/ 63 h 94"/>
              <a:gd name="T88" fmla="*/ 18 w 98"/>
              <a:gd name="T89" fmla="*/ 57 h 94"/>
              <a:gd name="T90" fmla="*/ 34 w 98"/>
              <a:gd name="T91" fmla="*/ 48 h 94"/>
              <a:gd name="T92" fmla="*/ 23 w 98"/>
              <a:gd name="T93" fmla="*/ 48 h 94"/>
              <a:gd name="T94" fmla="*/ 23 w 98"/>
              <a:gd name="T95" fmla="*/ 54 h 94"/>
              <a:gd name="T96" fmla="*/ 23 w 98"/>
              <a:gd name="T97" fmla="*/ 61 h 94"/>
              <a:gd name="T98" fmla="*/ 34 w 98"/>
              <a:gd name="T99" fmla="*/ 54 h 94"/>
              <a:gd name="T100" fmla="*/ 34 w 98"/>
              <a:gd name="T101" fmla="*/ 54 h 94"/>
              <a:gd name="T102" fmla="*/ 75 w 98"/>
              <a:gd name="T103" fmla="*/ 48 h 94"/>
              <a:gd name="T104" fmla="*/ 64 w 98"/>
              <a:gd name="T105" fmla="*/ 48 h 94"/>
              <a:gd name="T106" fmla="*/ 64 w 98"/>
              <a:gd name="T107" fmla="*/ 54 h 94"/>
              <a:gd name="T108" fmla="*/ 64 w 98"/>
              <a:gd name="T109" fmla="*/ 61 h 94"/>
              <a:gd name="T110" fmla="*/ 75 w 98"/>
              <a:gd name="T111" fmla="*/ 54 h 94"/>
              <a:gd name="T112" fmla="*/ 75 w 98"/>
              <a:gd name="T113" fmla="*/ 54 h 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98" h="94">
                <a:moveTo>
                  <a:pt x="38" y="0"/>
                </a:moveTo>
                <a:cubicBezTo>
                  <a:pt x="59" y="0"/>
                  <a:pt x="59" y="0"/>
                  <a:pt x="59" y="0"/>
                </a:cubicBezTo>
                <a:cubicBezTo>
                  <a:pt x="62" y="0"/>
                  <a:pt x="65" y="1"/>
                  <a:pt x="67" y="3"/>
                </a:cubicBezTo>
                <a:cubicBezTo>
                  <a:pt x="69" y="5"/>
                  <a:pt x="70" y="8"/>
                  <a:pt x="70" y="11"/>
                </a:cubicBezTo>
                <a:cubicBezTo>
                  <a:pt x="70" y="14"/>
                  <a:pt x="70" y="14"/>
                  <a:pt x="70" y="14"/>
                </a:cubicBezTo>
                <a:cubicBezTo>
                  <a:pt x="79" y="14"/>
                  <a:pt x="79" y="14"/>
                  <a:pt x="79" y="14"/>
                </a:cubicBezTo>
                <a:cubicBezTo>
                  <a:pt x="84" y="14"/>
                  <a:pt x="89" y="16"/>
                  <a:pt x="92" y="20"/>
                </a:cubicBezTo>
                <a:cubicBezTo>
                  <a:pt x="96" y="24"/>
                  <a:pt x="98" y="28"/>
                  <a:pt x="98" y="34"/>
                </a:cubicBezTo>
                <a:cubicBezTo>
                  <a:pt x="98" y="75"/>
                  <a:pt x="98" y="75"/>
                  <a:pt x="98" y="75"/>
                </a:cubicBezTo>
                <a:cubicBezTo>
                  <a:pt x="98" y="80"/>
                  <a:pt x="96" y="85"/>
                  <a:pt x="92" y="89"/>
                </a:cubicBezTo>
                <a:cubicBezTo>
                  <a:pt x="89" y="92"/>
                  <a:pt x="84" y="94"/>
                  <a:pt x="79" y="94"/>
                </a:cubicBezTo>
                <a:cubicBezTo>
                  <a:pt x="19" y="94"/>
                  <a:pt x="19" y="94"/>
                  <a:pt x="19" y="94"/>
                </a:cubicBezTo>
                <a:cubicBezTo>
                  <a:pt x="14" y="94"/>
                  <a:pt x="9" y="92"/>
                  <a:pt x="5" y="89"/>
                </a:cubicBezTo>
                <a:cubicBezTo>
                  <a:pt x="5" y="88"/>
                  <a:pt x="5" y="88"/>
                  <a:pt x="5" y="88"/>
                </a:cubicBezTo>
                <a:cubicBezTo>
                  <a:pt x="2" y="85"/>
                  <a:pt x="0" y="80"/>
                  <a:pt x="0" y="75"/>
                </a:cubicBezTo>
                <a:cubicBezTo>
                  <a:pt x="0" y="34"/>
                  <a:pt x="0" y="34"/>
                  <a:pt x="0" y="34"/>
                </a:cubicBezTo>
                <a:cubicBezTo>
                  <a:pt x="0" y="28"/>
                  <a:pt x="2" y="24"/>
                  <a:pt x="5" y="20"/>
                </a:cubicBezTo>
                <a:cubicBezTo>
                  <a:pt x="9" y="16"/>
                  <a:pt x="14" y="14"/>
                  <a:pt x="19" y="14"/>
                </a:cubicBezTo>
                <a:cubicBezTo>
                  <a:pt x="27" y="14"/>
                  <a:pt x="27" y="14"/>
                  <a:pt x="27" y="14"/>
                </a:cubicBezTo>
                <a:cubicBezTo>
                  <a:pt x="27" y="11"/>
                  <a:pt x="27" y="11"/>
                  <a:pt x="27" y="11"/>
                </a:cubicBezTo>
                <a:cubicBezTo>
                  <a:pt x="27" y="8"/>
                  <a:pt x="29" y="5"/>
                  <a:pt x="31" y="3"/>
                </a:cubicBezTo>
                <a:cubicBezTo>
                  <a:pt x="33" y="1"/>
                  <a:pt x="35" y="0"/>
                  <a:pt x="38" y="0"/>
                </a:cubicBezTo>
                <a:close/>
                <a:moveTo>
                  <a:pt x="69" y="22"/>
                </a:moveTo>
                <a:cubicBezTo>
                  <a:pt x="69" y="22"/>
                  <a:pt x="69" y="22"/>
                  <a:pt x="69" y="22"/>
                </a:cubicBezTo>
                <a:cubicBezTo>
                  <a:pt x="68" y="22"/>
                  <a:pt x="68" y="22"/>
                  <a:pt x="68" y="22"/>
                </a:cubicBezTo>
                <a:cubicBezTo>
                  <a:pt x="68" y="22"/>
                  <a:pt x="68" y="22"/>
                  <a:pt x="68" y="22"/>
                </a:cubicBezTo>
                <a:cubicBezTo>
                  <a:pt x="30" y="22"/>
                  <a:pt x="30" y="22"/>
                  <a:pt x="30" y="22"/>
                </a:cubicBezTo>
                <a:cubicBezTo>
                  <a:pt x="29" y="22"/>
                  <a:pt x="29" y="22"/>
                  <a:pt x="29" y="22"/>
                </a:cubicBezTo>
                <a:cubicBezTo>
                  <a:pt x="19" y="22"/>
                  <a:pt x="19" y="22"/>
                  <a:pt x="19" y="22"/>
                </a:cubicBezTo>
                <a:cubicBezTo>
                  <a:pt x="16" y="22"/>
                  <a:pt x="13" y="23"/>
                  <a:pt x="11" y="25"/>
                </a:cubicBezTo>
                <a:cubicBezTo>
                  <a:pt x="11" y="25"/>
                  <a:pt x="11" y="25"/>
                  <a:pt x="11" y="25"/>
                </a:cubicBezTo>
                <a:cubicBezTo>
                  <a:pt x="9" y="28"/>
                  <a:pt x="7" y="31"/>
                  <a:pt x="7" y="34"/>
                </a:cubicBezTo>
                <a:cubicBezTo>
                  <a:pt x="7" y="52"/>
                  <a:pt x="7" y="52"/>
                  <a:pt x="7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45"/>
                  <a:pt x="18" y="45"/>
                  <a:pt x="18" y="45"/>
                </a:cubicBezTo>
                <a:cubicBezTo>
                  <a:pt x="18" y="44"/>
                  <a:pt x="19" y="43"/>
                  <a:pt x="20" y="43"/>
                </a:cubicBezTo>
                <a:cubicBezTo>
                  <a:pt x="20" y="43"/>
                  <a:pt x="20" y="43"/>
                  <a:pt x="20" y="43"/>
                </a:cubicBezTo>
                <a:cubicBezTo>
                  <a:pt x="37" y="43"/>
                  <a:pt x="37" y="43"/>
                  <a:pt x="37" y="43"/>
                </a:cubicBezTo>
                <a:cubicBezTo>
                  <a:pt x="38" y="43"/>
                  <a:pt x="39" y="44"/>
                  <a:pt x="39" y="45"/>
                </a:cubicBezTo>
                <a:cubicBezTo>
                  <a:pt x="39" y="45"/>
                  <a:pt x="39" y="45"/>
                  <a:pt x="39" y="45"/>
                </a:cubicBezTo>
                <a:cubicBezTo>
                  <a:pt x="39" y="52"/>
                  <a:pt x="39" y="52"/>
                  <a:pt x="39" y="52"/>
                </a:cubicBezTo>
                <a:cubicBezTo>
                  <a:pt x="59" y="52"/>
                  <a:pt x="59" y="52"/>
                  <a:pt x="59" y="52"/>
                </a:cubicBezTo>
                <a:cubicBezTo>
                  <a:pt x="59" y="45"/>
                  <a:pt x="59" y="45"/>
                  <a:pt x="59" y="45"/>
                </a:cubicBezTo>
                <a:cubicBezTo>
                  <a:pt x="59" y="44"/>
                  <a:pt x="60" y="43"/>
                  <a:pt x="61" y="43"/>
                </a:cubicBezTo>
                <a:cubicBezTo>
                  <a:pt x="61" y="43"/>
                  <a:pt x="61" y="43"/>
                  <a:pt x="61" y="43"/>
                </a:cubicBezTo>
                <a:cubicBezTo>
                  <a:pt x="77" y="43"/>
                  <a:pt x="77" y="43"/>
                  <a:pt x="77" y="43"/>
                </a:cubicBezTo>
                <a:cubicBezTo>
                  <a:pt x="79" y="43"/>
                  <a:pt x="80" y="44"/>
                  <a:pt x="80" y="45"/>
                </a:cubicBezTo>
                <a:cubicBezTo>
                  <a:pt x="80" y="45"/>
                  <a:pt x="80" y="45"/>
                  <a:pt x="80" y="45"/>
                </a:cubicBezTo>
                <a:cubicBezTo>
                  <a:pt x="80" y="52"/>
                  <a:pt x="80" y="52"/>
                  <a:pt x="80" y="52"/>
                </a:cubicBezTo>
                <a:cubicBezTo>
                  <a:pt x="91" y="52"/>
                  <a:pt x="91" y="52"/>
                  <a:pt x="91" y="52"/>
                </a:cubicBezTo>
                <a:cubicBezTo>
                  <a:pt x="91" y="34"/>
                  <a:pt x="91" y="34"/>
                  <a:pt x="91" y="34"/>
                </a:cubicBezTo>
                <a:cubicBezTo>
                  <a:pt x="91" y="31"/>
                  <a:pt x="89" y="28"/>
                  <a:pt x="87" y="25"/>
                </a:cubicBezTo>
                <a:cubicBezTo>
                  <a:pt x="85" y="23"/>
                  <a:pt x="82" y="22"/>
                  <a:pt x="79" y="22"/>
                </a:cubicBezTo>
                <a:cubicBezTo>
                  <a:pt x="69" y="22"/>
                  <a:pt x="69" y="22"/>
                  <a:pt x="69" y="22"/>
                </a:cubicBezTo>
                <a:close/>
                <a:moveTo>
                  <a:pt x="32" y="14"/>
                </a:moveTo>
                <a:cubicBezTo>
                  <a:pt x="32" y="14"/>
                  <a:pt x="32" y="14"/>
                  <a:pt x="32" y="14"/>
                </a:cubicBezTo>
                <a:cubicBezTo>
                  <a:pt x="66" y="14"/>
                  <a:pt x="66" y="14"/>
                  <a:pt x="66" y="14"/>
                </a:cubicBezTo>
                <a:cubicBezTo>
                  <a:pt x="66" y="11"/>
                  <a:pt x="66" y="11"/>
                  <a:pt x="66" y="11"/>
                </a:cubicBezTo>
                <a:cubicBezTo>
                  <a:pt x="66" y="9"/>
                  <a:pt x="65" y="7"/>
                  <a:pt x="64" y="6"/>
                </a:cubicBezTo>
                <a:cubicBezTo>
                  <a:pt x="63" y="5"/>
                  <a:pt x="61" y="4"/>
                  <a:pt x="59" y="4"/>
                </a:cubicBezTo>
                <a:cubicBezTo>
                  <a:pt x="38" y="4"/>
                  <a:pt x="38" y="4"/>
                  <a:pt x="38" y="4"/>
                </a:cubicBezTo>
                <a:cubicBezTo>
                  <a:pt x="37" y="4"/>
                  <a:pt x="35" y="5"/>
                  <a:pt x="34" y="6"/>
                </a:cubicBezTo>
                <a:cubicBezTo>
                  <a:pt x="33" y="7"/>
                  <a:pt x="32" y="9"/>
                  <a:pt x="32" y="11"/>
                </a:cubicBezTo>
                <a:cubicBezTo>
                  <a:pt x="32" y="14"/>
                  <a:pt x="32" y="14"/>
                  <a:pt x="32" y="14"/>
                </a:cubicBezTo>
                <a:close/>
                <a:moveTo>
                  <a:pt x="7" y="57"/>
                </a:moveTo>
                <a:cubicBezTo>
                  <a:pt x="7" y="57"/>
                  <a:pt x="7" y="57"/>
                  <a:pt x="7" y="57"/>
                </a:cubicBezTo>
                <a:cubicBezTo>
                  <a:pt x="7" y="75"/>
                  <a:pt x="7" y="75"/>
                  <a:pt x="7" y="75"/>
                </a:cubicBezTo>
                <a:cubicBezTo>
                  <a:pt x="7" y="78"/>
                  <a:pt x="8" y="81"/>
                  <a:pt x="11" y="83"/>
                </a:cubicBezTo>
                <a:cubicBezTo>
                  <a:pt x="11" y="83"/>
                  <a:pt x="11" y="83"/>
                  <a:pt x="11" y="83"/>
                </a:cubicBezTo>
                <a:cubicBezTo>
                  <a:pt x="13" y="85"/>
                  <a:pt x="16" y="87"/>
                  <a:pt x="19" y="87"/>
                </a:cubicBezTo>
                <a:cubicBezTo>
                  <a:pt x="79" y="87"/>
                  <a:pt x="79" y="87"/>
                  <a:pt x="79" y="87"/>
                </a:cubicBezTo>
                <a:cubicBezTo>
                  <a:pt x="82" y="87"/>
                  <a:pt x="85" y="85"/>
                  <a:pt x="87" y="83"/>
                </a:cubicBezTo>
                <a:cubicBezTo>
                  <a:pt x="89" y="81"/>
                  <a:pt x="91" y="78"/>
                  <a:pt x="91" y="75"/>
                </a:cubicBezTo>
                <a:cubicBezTo>
                  <a:pt x="91" y="57"/>
                  <a:pt x="91" y="57"/>
                  <a:pt x="91" y="57"/>
                </a:cubicBezTo>
                <a:cubicBezTo>
                  <a:pt x="80" y="57"/>
                  <a:pt x="80" y="57"/>
                  <a:pt x="80" y="57"/>
                </a:cubicBezTo>
                <a:cubicBezTo>
                  <a:pt x="80" y="63"/>
                  <a:pt x="80" y="63"/>
                  <a:pt x="80" y="63"/>
                </a:cubicBezTo>
                <a:cubicBezTo>
                  <a:pt x="80" y="65"/>
                  <a:pt x="79" y="66"/>
                  <a:pt x="77" y="66"/>
                </a:cubicBezTo>
                <a:cubicBezTo>
                  <a:pt x="77" y="66"/>
                  <a:pt x="77" y="66"/>
                  <a:pt x="77" y="66"/>
                </a:cubicBezTo>
                <a:cubicBezTo>
                  <a:pt x="61" y="66"/>
                  <a:pt x="61" y="66"/>
                  <a:pt x="61" y="66"/>
                </a:cubicBezTo>
                <a:cubicBezTo>
                  <a:pt x="60" y="66"/>
                  <a:pt x="59" y="65"/>
                  <a:pt x="59" y="63"/>
                </a:cubicBezTo>
                <a:cubicBezTo>
                  <a:pt x="59" y="63"/>
                  <a:pt x="59" y="63"/>
                  <a:pt x="59" y="63"/>
                </a:cubicBezTo>
                <a:cubicBezTo>
                  <a:pt x="59" y="57"/>
                  <a:pt x="59" y="57"/>
                  <a:pt x="59" y="57"/>
                </a:cubicBezTo>
                <a:cubicBezTo>
                  <a:pt x="39" y="57"/>
                  <a:pt x="39" y="57"/>
                  <a:pt x="39" y="57"/>
                </a:cubicBezTo>
                <a:cubicBezTo>
                  <a:pt x="39" y="63"/>
                  <a:pt x="39" y="63"/>
                  <a:pt x="39" y="63"/>
                </a:cubicBezTo>
                <a:cubicBezTo>
                  <a:pt x="39" y="65"/>
                  <a:pt x="38" y="66"/>
                  <a:pt x="37" y="66"/>
                </a:cubicBezTo>
                <a:cubicBezTo>
                  <a:pt x="36" y="66"/>
                  <a:pt x="36" y="66"/>
                  <a:pt x="36" y="66"/>
                </a:cubicBezTo>
                <a:cubicBezTo>
                  <a:pt x="20" y="66"/>
                  <a:pt x="20" y="66"/>
                  <a:pt x="20" y="66"/>
                </a:cubicBezTo>
                <a:cubicBezTo>
                  <a:pt x="19" y="66"/>
                  <a:pt x="18" y="65"/>
                  <a:pt x="18" y="63"/>
                </a:cubicBezTo>
                <a:cubicBezTo>
                  <a:pt x="18" y="63"/>
                  <a:pt x="18" y="63"/>
                  <a:pt x="18" y="63"/>
                </a:cubicBezTo>
                <a:cubicBezTo>
                  <a:pt x="18" y="57"/>
                  <a:pt x="18" y="57"/>
                  <a:pt x="18" y="57"/>
                </a:cubicBezTo>
                <a:cubicBezTo>
                  <a:pt x="7" y="57"/>
                  <a:pt x="7" y="57"/>
                  <a:pt x="7" y="57"/>
                </a:cubicBezTo>
                <a:close/>
                <a:moveTo>
                  <a:pt x="34" y="48"/>
                </a:moveTo>
                <a:cubicBezTo>
                  <a:pt x="34" y="48"/>
                  <a:pt x="34" y="48"/>
                  <a:pt x="34" y="48"/>
                </a:cubicBezTo>
                <a:cubicBezTo>
                  <a:pt x="23" y="48"/>
                  <a:pt x="23" y="48"/>
                  <a:pt x="23" y="48"/>
                </a:cubicBezTo>
                <a:cubicBezTo>
                  <a:pt x="23" y="54"/>
                  <a:pt x="23" y="54"/>
                  <a:pt x="23" y="54"/>
                </a:cubicBezTo>
                <a:cubicBezTo>
                  <a:pt x="23" y="54"/>
                  <a:pt x="23" y="54"/>
                  <a:pt x="23" y="54"/>
                </a:cubicBezTo>
                <a:cubicBezTo>
                  <a:pt x="23" y="54"/>
                  <a:pt x="23" y="54"/>
                  <a:pt x="23" y="54"/>
                </a:cubicBezTo>
                <a:cubicBezTo>
                  <a:pt x="23" y="61"/>
                  <a:pt x="23" y="61"/>
                  <a:pt x="23" y="61"/>
                </a:cubicBezTo>
                <a:cubicBezTo>
                  <a:pt x="34" y="61"/>
                  <a:pt x="34" y="61"/>
                  <a:pt x="34" y="61"/>
                </a:cubicBezTo>
                <a:cubicBezTo>
                  <a:pt x="34" y="54"/>
                  <a:pt x="34" y="54"/>
                  <a:pt x="34" y="54"/>
                </a:cubicBezTo>
                <a:cubicBezTo>
                  <a:pt x="34" y="54"/>
                  <a:pt x="34" y="54"/>
                  <a:pt x="34" y="54"/>
                </a:cubicBezTo>
                <a:cubicBezTo>
                  <a:pt x="34" y="54"/>
                  <a:pt x="34" y="54"/>
                  <a:pt x="34" y="54"/>
                </a:cubicBezTo>
                <a:cubicBezTo>
                  <a:pt x="34" y="48"/>
                  <a:pt x="34" y="48"/>
                  <a:pt x="34" y="48"/>
                </a:cubicBezTo>
                <a:close/>
                <a:moveTo>
                  <a:pt x="75" y="48"/>
                </a:moveTo>
                <a:cubicBezTo>
                  <a:pt x="75" y="48"/>
                  <a:pt x="75" y="48"/>
                  <a:pt x="75" y="48"/>
                </a:cubicBezTo>
                <a:cubicBezTo>
                  <a:pt x="64" y="48"/>
                  <a:pt x="64" y="48"/>
                  <a:pt x="64" y="48"/>
                </a:cubicBezTo>
                <a:cubicBezTo>
                  <a:pt x="64" y="54"/>
                  <a:pt x="64" y="54"/>
                  <a:pt x="64" y="54"/>
                </a:cubicBezTo>
                <a:cubicBezTo>
                  <a:pt x="64" y="54"/>
                  <a:pt x="64" y="54"/>
                  <a:pt x="64" y="54"/>
                </a:cubicBezTo>
                <a:cubicBezTo>
                  <a:pt x="64" y="54"/>
                  <a:pt x="64" y="54"/>
                  <a:pt x="64" y="54"/>
                </a:cubicBezTo>
                <a:cubicBezTo>
                  <a:pt x="64" y="61"/>
                  <a:pt x="64" y="61"/>
                  <a:pt x="64" y="61"/>
                </a:cubicBezTo>
                <a:cubicBezTo>
                  <a:pt x="75" y="61"/>
                  <a:pt x="75" y="61"/>
                  <a:pt x="75" y="61"/>
                </a:cubicBezTo>
                <a:cubicBezTo>
                  <a:pt x="75" y="54"/>
                  <a:pt x="75" y="54"/>
                  <a:pt x="75" y="54"/>
                </a:cubicBezTo>
                <a:cubicBezTo>
                  <a:pt x="75" y="54"/>
                  <a:pt x="75" y="54"/>
                  <a:pt x="75" y="54"/>
                </a:cubicBezTo>
                <a:cubicBezTo>
                  <a:pt x="75" y="54"/>
                  <a:pt x="75" y="54"/>
                  <a:pt x="75" y="54"/>
                </a:cubicBezTo>
                <a:cubicBezTo>
                  <a:pt x="75" y="48"/>
                  <a:pt x="75" y="48"/>
                  <a:pt x="75" y="4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3" name="Freeform 23"/>
          <p:cNvSpPr>
            <a:spLocks noEditPoints="1"/>
          </p:cNvSpPr>
          <p:nvPr/>
        </p:nvSpPr>
        <p:spPr bwMode="auto">
          <a:xfrm>
            <a:off x="6121948" y="2859337"/>
            <a:ext cx="216272" cy="259072"/>
          </a:xfrm>
          <a:custGeom>
            <a:avLst/>
            <a:gdLst>
              <a:gd name="T0" fmla="*/ 72 w 81"/>
              <a:gd name="T1" fmla="*/ 1 h 96"/>
              <a:gd name="T2" fmla="*/ 70 w 81"/>
              <a:gd name="T3" fmla="*/ 7 h 96"/>
              <a:gd name="T4" fmla="*/ 81 w 81"/>
              <a:gd name="T5" fmla="*/ 36 h 96"/>
              <a:gd name="T6" fmla="*/ 68 w 81"/>
              <a:gd name="T7" fmla="*/ 68 h 96"/>
              <a:gd name="T8" fmla="*/ 54 w 81"/>
              <a:gd name="T9" fmla="*/ 78 h 96"/>
              <a:gd name="T10" fmla="*/ 40 w 81"/>
              <a:gd name="T11" fmla="*/ 81 h 96"/>
              <a:gd name="T12" fmla="*/ 55 w 81"/>
              <a:gd name="T13" fmla="*/ 88 h 96"/>
              <a:gd name="T14" fmla="*/ 55 w 81"/>
              <a:gd name="T15" fmla="*/ 96 h 96"/>
              <a:gd name="T16" fmla="*/ 37 w 81"/>
              <a:gd name="T17" fmla="*/ 96 h 96"/>
              <a:gd name="T18" fmla="*/ 18 w 81"/>
              <a:gd name="T19" fmla="*/ 96 h 96"/>
              <a:gd name="T20" fmla="*/ 18 w 81"/>
              <a:gd name="T21" fmla="*/ 88 h 96"/>
              <a:gd name="T22" fmla="*/ 33 w 81"/>
              <a:gd name="T23" fmla="*/ 81 h 96"/>
              <a:gd name="T24" fmla="*/ 20 w 81"/>
              <a:gd name="T25" fmla="*/ 78 h 96"/>
              <a:gd name="T26" fmla="*/ 7 w 81"/>
              <a:gd name="T27" fmla="*/ 69 h 96"/>
              <a:gd name="T28" fmla="*/ 1 w 81"/>
              <a:gd name="T29" fmla="*/ 72 h 96"/>
              <a:gd name="T30" fmla="*/ 10 w 81"/>
              <a:gd name="T31" fmla="*/ 60 h 96"/>
              <a:gd name="T32" fmla="*/ 11 w 81"/>
              <a:gd name="T33" fmla="*/ 11 h 96"/>
              <a:gd name="T34" fmla="*/ 37 w 81"/>
              <a:gd name="T35" fmla="*/ 0 h 96"/>
              <a:gd name="T36" fmla="*/ 65 w 81"/>
              <a:gd name="T37" fmla="*/ 5 h 96"/>
              <a:gd name="T38" fmla="*/ 65 w 81"/>
              <a:gd name="T39" fmla="*/ 5 h 96"/>
              <a:gd name="T40" fmla="*/ 69 w 81"/>
              <a:gd name="T41" fmla="*/ 1 h 96"/>
              <a:gd name="T42" fmla="*/ 67 w 81"/>
              <a:gd name="T43" fmla="*/ 10 h 96"/>
              <a:gd name="T44" fmla="*/ 73 w 81"/>
              <a:gd name="T45" fmla="*/ 36 h 96"/>
              <a:gd name="T46" fmla="*/ 62 w 81"/>
              <a:gd name="T47" fmla="*/ 62 h 96"/>
              <a:gd name="T48" fmla="*/ 13 w 81"/>
              <a:gd name="T49" fmla="*/ 64 h 96"/>
              <a:gd name="T50" fmla="*/ 21 w 81"/>
              <a:gd name="T51" fmla="*/ 73 h 96"/>
              <a:gd name="T52" fmla="*/ 52 w 81"/>
              <a:gd name="T53" fmla="*/ 73 h 96"/>
              <a:gd name="T54" fmla="*/ 65 w 81"/>
              <a:gd name="T55" fmla="*/ 65 h 96"/>
              <a:gd name="T56" fmla="*/ 65 w 81"/>
              <a:gd name="T57" fmla="*/ 65 h 96"/>
              <a:gd name="T58" fmla="*/ 77 w 81"/>
              <a:gd name="T59" fmla="*/ 36 h 96"/>
              <a:gd name="T60" fmla="*/ 67 w 81"/>
              <a:gd name="T61" fmla="*/ 10 h 96"/>
              <a:gd name="T62" fmla="*/ 57 w 81"/>
              <a:gd name="T63" fmla="*/ 16 h 96"/>
              <a:gd name="T64" fmla="*/ 16 w 81"/>
              <a:gd name="T65" fmla="*/ 16 h 96"/>
              <a:gd name="T66" fmla="*/ 16 w 81"/>
              <a:gd name="T67" fmla="*/ 57 h 96"/>
              <a:gd name="T68" fmla="*/ 57 w 81"/>
              <a:gd name="T69" fmla="*/ 57 h 96"/>
              <a:gd name="T70" fmla="*/ 65 w 81"/>
              <a:gd name="T71" fmla="*/ 36 h 96"/>
              <a:gd name="T72" fmla="*/ 57 w 81"/>
              <a:gd name="T73" fmla="*/ 16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81" h="96">
                <a:moveTo>
                  <a:pt x="69" y="1"/>
                </a:moveTo>
                <a:cubicBezTo>
                  <a:pt x="70" y="0"/>
                  <a:pt x="71" y="0"/>
                  <a:pt x="72" y="1"/>
                </a:cubicBezTo>
                <a:cubicBezTo>
                  <a:pt x="73" y="2"/>
                  <a:pt x="73" y="3"/>
                  <a:pt x="72" y="4"/>
                </a:cubicBezTo>
                <a:cubicBezTo>
                  <a:pt x="70" y="7"/>
                  <a:pt x="70" y="7"/>
                  <a:pt x="70" y="7"/>
                </a:cubicBezTo>
                <a:cubicBezTo>
                  <a:pt x="73" y="10"/>
                  <a:pt x="76" y="15"/>
                  <a:pt x="78" y="19"/>
                </a:cubicBezTo>
                <a:cubicBezTo>
                  <a:pt x="80" y="25"/>
                  <a:pt x="81" y="30"/>
                  <a:pt x="81" y="36"/>
                </a:cubicBezTo>
                <a:cubicBezTo>
                  <a:pt x="81" y="42"/>
                  <a:pt x="80" y="48"/>
                  <a:pt x="78" y="53"/>
                </a:cubicBezTo>
                <a:cubicBezTo>
                  <a:pt x="76" y="59"/>
                  <a:pt x="72" y="64"/>
                  <a:pt x="68" y="68"/>
                </a:cubicBezTo>
                <a:cubicBezTo>
                  <a:pt x="64" y="72"/>
                  <a:pt x="59" y="75"/>
                  <a:pt x="54" y="78"/>
                </a:cubicBezTo>
                <a:cubicBezTo>
                  <a:pt x="54" y="78"/>
                  <a:pt x="54" y="78"/>
                  <a:pt x="54" y="78"/>
                </a:cubicBezTo>
                <a:cubicBezTo>
                  <a:pt x="49" y="79"/>
                  <a:pt x="45" y="80"/>
                  <a:pt x="40" y="81"/>
                </a:cubicBezTo>
                <a:cubicBezTo>
                  <a:pt x="40" y="81"/>
                  <a:pt x="40" y="81"/>
                  <a:pt x="40" y="81"/>
                </a:cubicBezTo>
                <a:cubicBezTo>
                  <a:pt x="40" y="88"/>
                  <a:pt x="40" y="88"/>
                  <a:pt x="40" y="88"/>
                </a:cubicBezTo>
                <a:cubicBezTo>
                  <a:pt x="55" y="88"/>
                  <a:pt x="55" y="88"/>
                  <a:pt x="55" y="88"/>
                </a:cubicBezTo>
                <a:cubicBezTo>
                  <a:pt x="57" y="88"/>
                  <a:pt x="59" y="90"/>
                  <a:pt x="59" y="92"/>
                </a:cubicBezTo>
                <a:cubicBezTo>
                  <a:pt x="59" y="94"/>
                  <a:pt x="57" y="96"/>
                  <a:pt x="55" y="96"/>
                </a:cubicBezTo>
                <a:cubicBezTo>
                  <a:pt x="37" y="96"/>
                  <a:pt x="37" y="96"/>
                  <a:pt x="37" y="96"/>
                </a:cubicBezTo>
                <a:cubicBezTo>
                  <a:pt x="37" y="96"/>
                  <a:pt x="37" y="96"/>
                  <a:pt x="37" y="96"/>
                </a:cubicBezTo>
                <a:cubicBezTo>
                  <a:pt x="37" y="96"/>
                  <a:pt x="37" y="96"/>
                  <a:pt x="37" y="96"/>
                </a:cubicBezTo>
                <a:cubicBezTo>
                  <a:pt x="18" y="96"/>
                  <a:pt x="18" y="96"/>
                  <a:pt x="18" y="96"/>
                </a:cubicBezTo>
                <a:cubicBezTo>
                  <a:pt x="16" y="96"/>
                  <a:pt x="15" y="94"/>
                  <a:pt x="15" y="92"/>
                </a:cubicBezTo>
                <a:cubicBezTo>
                  <a:pt x="15" y="90"/>
                  <a:pt x="16" y="88"/>
                  <a:pt x="18" y="88"/>
                </a:cubicBezTo>
                <a:cubicBezTo>
                  <a:pt x="33" y="88"/>
                  <a:pt x="33" y="88"/>
                  <a:pt x="33" y="88"/>
                </a:cubicBezTo>
                <a:cubicBezTo>
                  <a:pt x="33" y="81"/>
                  <a:pt x="33" y="81"/>
                  <a:pt x="33" y="81"/>
                </a:cubicBezTo>
                <a:cubicBezTo>
                  <a:pt x="33" y="81"/>
                  <a:pt x="33" y="81"/>
                  <a:pt x="33" y="81"/>
                </a:cubicBezTo>
                <a:cubicBezTo>
                  <a:pt x="28" y="80"/>
                  <a:pt x="24" y="79"/>
                  <a:pt x="20" y="78"/>
                </a:cubicBezTo>
                <a:cubicBezTo>
                  <a:pt x="20" y="78"/>
                  <a:pt x="20" y="78"/>
                  <a:pt x="20" y="78"/>
                </a:cubicBezTo>
                <a:cubicBezTo>
                  <a:pt x="15" y="76"/>
                  <a:pt x="11" y="73"/>
                  <a:pt x="7" y="69"/>
                </a:cubicBezTo>
                <a:cubicBezTo>
                  <a:pt x="5" y="72"/>
                  <a:pt x="5" y="72"/>
                  <a:pt x="5" y="72"/>
                </a:cubicBezTo>
                <a:cubicBezTo>
                  <a:pt x="4" y="73"/>
                  <a:pt x="2" y="73"/>
                  <a:pt x="1" y="72"/>
                </a:cubicBezTo>
                <a:cubicBezTo>
                  <a:pt x="0" y="71"/>
                  <a:pt x="0" y="69"/>
                  <a:pt x="1" y="69"/>
                </a:cubicBezTo>
                <a:cubicBezTo>
                  <a:pt x="10" y="60"/>
                  <a:pt x="10" y="60"/>
                  <a:pt x="10" y="60"/>
                </a:cubicBezTo>
                <a:cubicBezTo>
                  <a:pt x="4" y="54"/>
                  <a:pt x="1" y="46"/>
                  <a:pt x="1" y="36"/>
                </a:cubicBezTo>
                <a:cubicBezTo>
                  <a:pt x="1" y="26"/>
                  <a:pt x="5" y="17"/>
                  <a:pt x="11" y="11"/>
                </a:cubicBezTo>
                <a:cubicBezTo>
                  <a:pt x="11" y="11"/>
                  <a:pt x="11" y="11"/>
                  <a:pt x="11" y="11"/>
                </a:cubicBezTo>
                <a:cubicBezTo>
                  <a:pt x="18" y="4"/>
                  <a:pt x="27" y="0"/>
                  <a:pt x="37" y="0"/>
                </a:cubicBezTo>
                <a:cubicBezTo>
                  <a:pt x="46" y="0"/>
                  <a:pt x="54" y="4"/>
                  <a:pt x="61" y="9"/>
                </a:cubicBezTo>
                <a:cubicBezTo>
                  <a:pt x="65" y="5"/>
                  <a:pt x="65" y="5"/>
                  <a:pt x="65" y="5"/>
                </a:cubicBezTo>
                <a:cubicBezTo>
                  <a:pt x="65" y="5"/>
                  <a:pt x="65" y="5"/>
                  <a:pt x="65" y="5"/>
                </a:cubicBezTo>
                <a:cubicBezTo>
                  <a:pt x="65" y="5"/>
                  <a:pt x="65" y="5"/>
                  <a:pt x="65" y="5"/>
                </a:cubicBezTo>
                <a:cubicBezTo>
                  <a:pt x="65" y="5"/>
                  <a:pt x="65" y="5"/>
                  <a:pt x="65" y="5"/>
                </a:cubicBezTo>
                <a:cubicBezTo>
                  <a:pt x="69" y="1"/>
                  <a:pt x="69" y="1"/>
                  <a:pt x="69" y="1"/>
                </a:cubicBezTo>
                <a:close/>
                <a:moveTo>
                  <a:pt x="67" y="10"/>
                </a:moveTo>
                <a:cubicBezTo>
                  <a:pt x="67" y="10"/>
                  <a:pt x="67" y="10"/>
                  <a:pt x="67" y="10"/>
                </a:cubicBezTo>
                <a:cubicBezTo>
                  <a:pt x="64" y="12"/>
                  <a:pt x="64" y="12"/>
                  <a:pt x="64" y="12"/>
                </a:cubicBezTo>
                <a:cubicBezTo>
                  <a:pt x="69" y="19"/>
                  <a:pt x="73" y="27"/>
                  <a:pt x="73" y="36"/>
                </a:cubicBezTo>
                <a:cubicBezTo>
                  <a:pt x="73" y="46"/>
                  <a:pt x="69" y="55"/>
                  <a:pt x="62" y="62"/>
                </a:cubicBezTo>
                <a:cubicBezTo>
                  <a:pt x="62" y="62"/>
                  <a:pt x="62" y="62"/>
                  <a:pt x="62" y="62"/>
                </a:cubicBezTo>
                <a:cubicBezTo>
                  <a:pt x="56" y="69"/>
                  <a:pt x="47" y="73"/>
                  <a:pt x="37" y="73"/>
                </a:cubicBezTo>
                <a:cubicBezTo>
                  <a:pt x="28" y="73"/>
                  <a:pt x="19" y="69"/>
                  <a:pt x="13" y="64"/>
                </a:cubicBezTo>
                <a:cubicBezTo>
                  <a:pt x="10" y="66"/>
                  <a:pt x="10" y="66"/>
                  <a:pt x="10" y="66"/>
                </a:cubicBezTo>
                <a:cubicBezTo>
                  <a:pt x="13" y="69"/>
                  <a:pt x="17" y="72"/>
                  <a:pt x="21" y="73"/>
                </a:cubicBezTo>
                <a:cubicBezTo>
                  <a:pt x="26" y="75"/>
                  <a:pt x="31" y="76"/>
                  <a:pt x="37" y="76"/>
                </a:cubicBezTo>
                <a:cubicBezTo>
                  <a:pt x="42" y="76"/>
                  <a:pt x="47" y="75"/>
                  <a:pt x="52" y="73"/>
                </a:cubicBezTo>
                <a:cubicBezTo>
                  <a:pt x="52" y="73"/>
                  <a:pt x="52" y="73"/>
                  <a:pt x="52" y="73"/>
                </a:cubicBezTo>
                <a:cubicBezTo>
                  <a:pt x="57" y="71"/>
                  <a:pt x="61" y="68"/>
                  <a:pt x="65" y="65"/>
                </a:cubicBezTo>
                <a:cubicBezTo>
                  <a:pt x="65" y="65"/>
                  <a:pt x="65" y="65"/>
                  <a:pt x="65" y="65"/>
                </a:cubicBezTo>
                <a:cubicBezTo>
                  <a:pt x="65" y="65"/>
                  <a:pt x="65" y="65"/>
                  <a:pt x="65" y="65"/>
                </a:cubicBezTo>
                <a:cubicBezTo>
                  <a:pt x="69" y="61"/>
                  <a:pt x="72" y="57"/>
                  <a:pt x="74" y="52"/>
                </a:cubicBezTo>
                <a:cubicBezTo>
                  <a:pt x="76" y="47"/>
                  <a:pt x="77" y="42"/>
                  <a:pt x="77" y="36"/>
                </a:cubicBezTo>
                <a:cubicBezTo>
                  <a:pt x="77" y="31"/>
                  <a:pt x="76" y="26"/>
                  <a:pt x="74" y="21"/>
                </a:cubicBezTo>
                <a:cubicBezTo>
                  <a:pt x="72" y="17"/>
                  <a:pt x="69" y="13"/>
                  <a:pt x="67" y="10"/>
                </a:cubicBezTo>
                <a:close/>
                <a:moveTo>
                  <a:pt x="57" y="16"/>
                </a:moveTo>
                <a:cubicBezTo>
                  <a:pt x="57" y="16"/>
                  <a:pt x="57" y="16"/>
                  <a:pt x="57" y="16"/>
                </a:cubicBezTo>
                <a:cubicBezTo>
                  <a:pt x="52" y="11"/>
                  <a:pt x="45" y="8"/>
                  <a:pt x="37" y="8"/>
                </a:cubicBezTo>
                <a:cubicBezTo>
                  <a:pt x="29" y="8"/>
                  <a:pt x="22" y="11"/>
                  <a:pt x="16" y="16"/>
                </a:cubicBezTo>
                <a:cubicBezTo>
                  <a:pt x="11" y="21"/>
                  <a:pt x="8" y="28"/>
                  <a:pt x="8" y="36"/>
                </a:cubicBezTo>
                <a:cubicBezTo>
                  <a:pt x="8" y="44"/>
                  <a:pt x="11" y="51"/>
                  <a:pt x="16" y="57"/>
                </a:cubicBezTo>
                <a:cubicBezTo>
                  <a:pt x="22" y="62"/>
                  <a:pt x="29" y="65"/>
                  <a:pt x="37" y="65"/>
                </a:cubicBezTo>
                <a:cubicBezTo>
                  <a:pt x="44" y="65"/>
                  <a:pt x="52" y="62"/>
                  <a:pt x="57" y="57"/>
                </a:cubicBezTo>
                <a:cubicBezTo>
                  <a:pt x="57" y="57"/>
                  <a:pt x="57" y="57"/>
                  <a:pt x="57" y="57"/>
                </a:cubicBezTo>
                <a:cubicBezTo>
                  <a:pt x="62" y="51"/>
                  <a:pt x="65" y="44"/>
                  <a:pt x="65" y="36"/>
                </a:cubicBezTo>
                <a:cubicBezTo>
                  <a:pt x="65" y="28"/>
                  <a:pt x="62" y="21"/>
                  <a:pt x="57" y="16"/>
                </a:cubicBezTo>
                <a:cubicBezTo>
                  <a:pt x="57" y="16"/>
                  <a:pt x="57" y="16"/>
                  <a:pt x="57" y="16"/>
                </a:cubicBezTo>
                <a:cubicBezTo>
                  <a:pt x="57" y="16"/>
                  <a:pt x="57" y="16"/>
                  <a:pt x="57" y="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4" name="Freeform 24"/>
          <p:cNvSpPr>
            <a:spLocks noEditPoints="1"/>
          </p:cNvSpPr>
          <p:nvPr/>
        </p:nvSpPr>
        <p:spPr bwMode="auto">
          <a:xfrm>
            <a:off x="2780415" y="2864679"/>
            <a:ext cx="262998" cy="248389"/>
          </a:xfrm>
          <a:custGeom>
            <a:avLst/>
            <a:gdLst>
              <a:gd name="T0" fmla="*/ 48 w 98"/>
              <a:gd name="T1" fmla="*/ 24 h 92"/>
              <a:gd name="T2" fmla="*/ 50 w 98"/>
              <a:gd name="T3" fmla="*/ 53 h 92"/>
              <a:gd name="T4" fmla="*/ 52 w 98"/>
              <a:gd name="T5" fmla="*/ 17 h 92"/>
              <a:gd name="T6" fmla="*/ 48 w 98"/>
              <a:gd name="T7" fmla="*/ 16 h 92"/>
              <a:gd name="T8" fmla="*/ 41 w 98"/>
              <a:gd name="T9" fmla="*/ 28 h 92"/>
              <a:gd name="T10" fmla="*/ 94 w 98"/>
              <a:gd name="T11" fmla="*/ 12 h 92"/>
              <a:gd name="T12" fmla="*/ 84 w 98"/>
              <a:gd name="T13" fmla="*/ 12 h 92"/>
              <a:gd name="T14" fmla="*/ 80 w 98"/>
              <a:gd name="T15" fmla="*/ 0 h 92"/>
              <a:gd name="T16" fmla="*/ 14 w 98"/>
              <a:gd name="T17" fmla="*/ 4 h 92"/>
              <a:gd name="T18" fmla="*/ 3 w 98"/>
              <a:gd name="T19" fmla="*/ 12 h 92"/>
              <a:gd name="T20" fmla="*/ 0 w 98"/>
              <a:gd name="T21" fmla="*/ 37 h 92"/>
              <a:gd name="T22" fmla="*/ 6 w 98"/>
              <a:gd name="T23" fmla="*/ 52 h 92"/>
              <a:gd name="T24" fmla="*/ 45 w 98"/>
              <a:gd name="T25" fmla="*/ 75 h 92"/>
              <a:gd name="T26" fmla="*/ 29 w 98"/>
              <a:gd name="T27" fmla="*/ 84 h 92"/>
              <a:gd name="T28" fmla="*/ 29 w 98"/>
              <a:gd name="T29" fmla="*/ 92 h 92"/>
              <a:gd name="T30" fmla="*/ 73 w 98"/>
              <a:gd name="T31" fmla="*/ 88 h 92"/>
              <a:gd name="T32" fmla="*/ 53 w 98"/>
              <a:gd name="T33" fmla="*/ 84 h 92"/>
              <a:gd name="T34" fmla="*/ 78 w 98"/>
              <a:gd name="T35" fmla="*/ 59 h 92"/>
              <a:gd name="T36" fmla="*/ 92 w 98"/>
              <a:gd name="T37" fmla="*/ 52 h 92"/>
              <a:gd name="T38" fmla="*/ 98 w 98"/>
              <a:gd name="T39" fmla="*/ 16 h 92"/>
              <a:gd name="T40" fmla="*/ 11 w 98"/>
              <a:gd name="T41" fmla="*/ 47 h 92"/>
              <a:gd name="T42" fmla="*/ 7 w 98"/>
              <a:gd name="T43" fmla="*/ 37 h 92"/>
              <a:gd name="T44" fmla="*/ 14 w 98"/>
              <a:gd name="T45" fmla="*/ 20 h 92"/>
              <a:gd name="T46" fmla="*/ 15 w 98"/>
              <a:gd name="T47" fmla="*/ 50 h 92"/>
              <a:gd name="T48" fmla="*/ 76 w 98"/>
              <a:gd name="T49" fmla="*/ 40 h 92"/>
              <a:gd name="T50" fmla="*/ 73 w 98"/>
              <a:gd name="T51" fmla="*/ 53 h 92"/>
              <a:gd name="T52" fmla="*/ 49 w 98"/>
              <a:gd name="T53" fmla="*/ 67 h 92"/>
              <a:gd name="T54" fmla="*/ 24 w 98"/>
              <a:gd name="T55" fmla="*/ 53 h 92"/>
              <a:gd name="T56" fmla="*/ 21 w 98"/>
              <a:gd name="T57" fmla="*/ 40 h 92"/>
              <a:gd name="T58" fmla="*/ 76 w 98"/>
              <a:gd name="T59" fmla="*/ 8 h 92"/>
              <a:gd name="T60" fmla="*/ 91 w 98"/>
              <a:gd name="T61" fmla="*/ 37 h 92"/>
              <a:gd name="T62" fmla="*/ 86 w 98"/>
              <a:gd name="T63" fmla="*/ 47 h 92"/>
              <a:gd name="T64" fmla="*/ 83 w 98"/>
              <a:gd name="T65" fmla="*/ 50 h 92"/>
              <a:gd name="T66" fmla="*/ 84 w 98"/>
              <a:gd name="T67" fmla="*/ 40 h 92"/>
              <a:gd name="T68" fmla="*/ 91 w 98"/>
              <a:gd name="T69" fmla="*/ 20 h 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98" h="92">
                <a:moveTo>
                  <a:pt x="44" y="28"/>
                </a:moveTo>
                <a:cubicBezTo>
                  <a:pt x="48" y="24"/>
                  <a:pt x="48" y="24"/>
                  <a:pt x="48" y="24"/>
                </a:cubicBezTo>
                <a:cubicBezTo>
                  <a:pt x="48" y="51"/>
                  <a:pt x="48" y="51"/>
                  <a:pt x="48" y="51"/>
                </a:cubicBezTo>
                <a:cubicBezTo>
                  <a:pt x="48" y="52"/>
                  <a:pt x="49" y="53"/>
                  <a:pt x="50" y="53"/>
                </a:cubicBezTo>
                <a:cubicBezTo>
                  <a:pt x="51" y="53"/>
                  <a:pt x="52" y="52"/>
                  <a:pt x="52" y="51"/>
                </a:cubicBezTo>
                <a:cubicBezTo>
                  <a:pt x="52" y="17"/>
                  <a:pt x="52" y="17"/>
                  <a:pt x="52" y="17"/>
                </a:cubicBezTo>
                <a:cubicBezTo>
                  <a:pt x="52" y="16"/>
                  <a:pt x="51" y="15"/>
                  <a:pt x="50" y="15"/>
                </a:cubicBezTo>
                <a:cubicBezTo>
                  <a:pt x="49" y="15"/>
                  <a:pt x="48" y="15"/>
                  <a:pt x="48" y="16"/>
                </a:cubicBezTo>
                <a:cubicBezTo>
                  <a:pt x="41" y="25"/>
                  <a:pt x="41" y="25"/>
                  <a:pt x="41" y="25"/>
                </a:cubicBezTo>
                <a:cubicBezTo>
                  <a:pt x="40" y="26"/>
                  <a:pt x="40" y="28"/>
                  <a:pt x="41" y="28"/>
                </a:cubicBezTo>
                <a:cubicBezTo>
                  <a:pt x="42" y="29"/>
                  <a:pt x="44" y="29"/>
                  <a:pt x="44" y="28"/>
                </a:cubicBezTo>
                <a:close/>
                <a:moveTo>
                  <a:pt x="94" y="12"/>
                </a:moveTo>
                <a:cubicBezTo>
                  <a:pt x="94" y="12"/>
                  <a:pt x="94" y="12"/>
                  <a:pt x="94" y="12"/>
                </a:cubicBezTo>
                <a:cubicBezTo>
                  <a:pt x="84" y="12"/>
                  <a:pt x="84" y="12"/>
                  <a:pt x="84" y="12"/>
                </a:cubicBezTo>
                <a:cubicBezTo>
                  <a:pt x="84" y="4"/>
                  <a:pt x="84" y="4"/>
                  <a:pt x="84" y="4"/>
                </a:cubicBezTo>
                <a:cubicBezTo>
                  <a:pt x="84" y="2"/>
                  <a:pt x="82" y="0"/>
                  <a:pt x="80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15" y="0"/>
                  <a:pt x="14" y="2"/>
                  <a:pt x="14" y="4"/>
                </a:cubicBezTo>
                <a:cubicBezTo>
                  <a:pt x="14" y="12"/>
                  <a:pt x="14" y="12"/>
                  <a:pt x="14" y="12"/>
                </a:cubicBezTo>
                <a:cubicBezTo>
                  <a:pt x="3" y="12"/>
                  <a:pt x="3" y="12"/>
                  <a:pt x="3" y="12"/>
                </a:cubicBezTo>
                <a:cubicBezTo>
                  <a:pt x="1" y="12"/>
                  <a:pt x="0" y="14"/>
                  <a:pt x="0" y="16"/>
                </a:cubicBezTo>
                <a:cubicBezTo>
                  <a:pt x="0" y="37"/>
                  <a:pt x="0" y="37"/>
                  <a:pt x="0" y="37"/>
                </a:cubicBezTo>
                <a:cubicBezTo>
                  <a:pt x="0" y="43"/>
                  <a:pt x="2" y="48"/>
                  <a:pt x="6" y="52"/>
                </a:cubicBezTo>
                <a:cubicBezTo>
                  <a:pt x="6" y="52"/>
                  <a:pt x="6" y="52"/>
                  <a:pt x="6" y="52"/>
                </a:cubicBezTo>
                <a:cubicBezTo>
                  <a:pt x="9" y="56"/>
                  <a:pt x="14" y="58"/>
                  <a:pt x="19" y="59"/>
                </a:cubicBezTo>
                <a:cubicBezTo>
                  <a:pt x="25" y="68"/>
                  <a:pt x="35" y="74"/>
                  <a:pt x="45" y="75"/>
                </a:cubicBezTo>
                <a:cubicBezTo>
                  <a:pt x="45" y="84"/>
                  <a:pt x="45" y="84"/>
                  <a:pt x="45" y="84"/>
                </a:cubicBezTo>
                <a:cubicBezTo>
                  <a:pt x="29" y="84"/>
                  <a:pt x="29" y="84"/>
                  <a:pt x="29" y="84"/>
                </a:cubicBezTo>
                <a:cubicBezTo>
                  <a:pt x="27" y="84"/>
                  <a:pt x="25" y="86"/>
                  <a:pt x="25" y="88"/>
                </a:cubicBezTo>
                <a:cubicBezTo>
                  <a:pt x="25" y="90"/>
                  <a:pt x="27" y="92"/>
                  <a:pt x="29" y="92"/>
                </a:cubicBezTo>
                <a:cubicBezTo>
                  <a:pt x="69" y="92"/>
                  <a:pt x="69" y="92"/>
                  <a:pt x="69" y="92"/>
                </a:cubicBezTo>
                <a:cubicBezTo>
                  <a:pt x="71" y="92"/>
                  <a:pt x="73" y="90"/>
                  <a:pt x="73" y="88"/>
                </a:cubicBezTo>
                <a:cubicBezTo>
                  <a:pt x="73" y="86"/>
                  <a:pt x="71" y="84"/>
                  <a:pt x="69" y="84"/>
                </a:cubicBezTo>
                <a:cubicBezTo>
                  <a:pt x="53" y="84"/>
                  <a:pt x="53" y="84"/>
                  <a:pt x="53" y="84"/>
                </a:cubicBezTo>
                <a:cubicBezTo>
                  <a:pt x="53" y="75"/>
                  <a:pt x="53" y="75"/>
                  <a:pt x="53" y="75"/>
                </a:cubicBezTo>
                <a:cubicBezTo>
                  <a:pt x="63" y="74"/>
                  <a:pt x="73" y="68"/>
                  <a:pt x="78" y="59"/>
                </a:cubicBezTo>
                <a:cubicBezTo>
                  <a:pt x="84" y="58"/>
                  <a:pt x="88" y="56"/>
                  <a:pt x="92" y="53"/>
                </a:cubicBezTo>
                <a:cubicBezTo>
                  <a:pt x="92" y="52"/>
                  <a:pt x="92" y="52"/>
                  <a:pt x="92" y="52"/>
                </a:cubicBezTo>
                <a:cubicBezTo>
                  <a:pt x="96" y="48"/>
                  <a:pt x="98" y="43"/>
                  <a:pt x="98" y="37"/>
                </a:cubicBezTo>
                <a:cubicBezTo>
                  <a:pt x="98" y="16"/>
                  <a:pt x="98" y="16"/>
                  <a:pt x="98" y="16"/>
                </a:cubicBezTo>
                <a:cubicBezTo>
                  <a:pt x="98" y="14"/>
                  <a:pt x="96" y="12"/>
                  <a:pt x="94" y="12"/>
                </a:cubicBezTo>
                <a:close/>
                <a:moveTo>
                  <a:pt x="11" y="47"/>
                </a:moveTo>
                <a:cubicBezTo>
                  <a:pt x="11" y="47"/>
                  <a:pt x="11" y="47"/>
                  <a:pt x="11" y="47"/>
                </a:cubicBezTo>
                <a:cubicBezTo>
                  <a:pt x="9" y="44"/>
                  <a:pt x="7" y="41"/>
                  <a:pt x="7" y="37"/>
                </a:cubicBezTo>
                <a:cubicBezTo>
                  <a:pt x="7" y="20"/>
                  <a:pt x="7" y="20"/>
                  <a:pt x="7" y="20"/>
                </a:cubicBezTo>
                <a:cubicBezTo>
                  <a:pt x="14" y="20"/>
                  <a:pt x="14" y="20"/>
                  <a:pt x="14" y="20"/>
                </a:cubicBezTo>
                <a:cubicBezTo>
                  <a:pt x="14" y="40"/>
                  <a:pt x="14" y="40"/>
                  <a:pt x="14" y="40"/>
                </a:cubicBezTo>
                <a:cubicBezTo>
                  <a:pt x="14" y="44"/>
                  <a:pt x="14" y="47"/>
                  <a:pt x="15" y="50"/>
                </a:cubicBezTo>
                <a:cubicBezTo>
                  <a:pt x="14" y="49"/>
                  <a:pt x="12" y="48"/>
                  <a:pt x="11" y="47"/>
                </a:cubicBezTo>
                <a:close/>
                <a:moveTo>
                  <a:pt x="76" y="40"/>
                </a:moveTo>
                <a:cubicBezTo>
                  <a:pt x="76" y="40"/>
                  <a:pt x="76" y="40"/>
                  <a:pt x="76" y="40"/>
                </a:cubicBezTo>
                <a:cubicBezTo>
                  <a:pt x="76" y="45"/>
                  <a:pt x="75" y="49"/>
                  <a:pt x="73" y="53"/>
                </a:cubicBezTo>
                <a:cubicBezTo>
                  <a:pt x="73" y="53"/>
                  <a:pt x="73" y="53"/>
                  <a:pt x="73" y="53"/>
                </a:cubicBezTo>
                <a:cubicBezTo>
                  <a:pt x="69" y="62"/>
                  <a:pt x="59" y="67"/>
                  <a:pt x="49" y="67"/>
                </a:cubicBezTo>
                <a:cubicBezTo>
                  <a:pt x="39" y="67"/>
                  <a:pt x="29" y="62"/>
                  <a:pt x="24" y="53"/>
                </a:cubicBezTo>
                <a:cubicBezTo>
                  <a:pt x="24" y="53"/>
                  <a:pt x="24" y="53"/>
                  <a:pt x="24" y="53"/>
                </a:cubicBezTo>
                <a:cubicBezTo>
                  <a:pt x="22" y="49"/>
                  <a:pt x="21" y="45"/>
                  <a:pt x="21" y="40"/>
                </a:cubicBezTo>
                <a:cubicBezTo>
                  <a:pt x="21" y="40"/>
                  <a:pt x="21" y="40"/>
                  <a:pt x="21" y="40"/>
                </a:cubicBezTo>
                <a:cubicBezTo>
                  <a:pt x="21" y="8"/>
                  <a:pt x="21" y="8"/>
                  <a:pt x="21" y="8"/>
                </a:cubicBezTo>
                <a:cubicBezTo>
                  <a:pt x="76" y="8"/>
                  <a:pt x="76" y="8"/>
                  <a:pt x="76" y="8"/>
                </a:cubicBezTo>
                <a:cubicBezTo>
                  <a:pt x="76" y="40"/>
                  <a:pt x="76" y="40"/>
                  <a:pt x="76" y="40"/>
                </a:cubicBezTo>
                <a:close/>
                <a:moveTo>
                  <a:pt x="91" y="37"/>
                </a:moveTo>
                <a:cubicBezTo>
                  <a:pt x="91" y="37"/>
                  <a:pt x="91" y="37"/>
                  <a:pt x="91" y="37"/>
                </a:cubicBezTo>
                <a:cubicBezTo>
                  <a:pt x="91" y="41"/>
                  <a:pt x="89" y="44"/>
                  <a:pt x="86" y="47"/>
                </a:cubicBezTo>
                <a:cubicBezTo>
                  <a:pt x="86" y="47"/>
                  <a:pt x="86" y="47"/>
                  <a:pt x="86" y="47"/>
                </a:cubicBezTo>
                <a:cubicBezTo>
                  <a:pt x="85" y="48"/>
                  <a:pt x="84" y="49"/>
                  <a:pt x="83" y="50"/>
                </a:cubicBezTo>
                <a:cubicBezTo>
                  <a:pt x="84" y="47"/>
                  <a:pt x="84" y="44"/>
                  <a:pt x="84" y="40"/>
                </a:cubicBezTo>
                <a:cubicBezTo>
                  <a:pt x="84" y="40"/>
                  <a:pt x="84" y="40"/>
                  <a:pt x="84" y="40"/>
                </a:cubicBezTo>
                <a:cubicBezTo>
                  <a:pt x="84" y="20"/>
                  <a:pt x="84" y="20"/>
                  <a:pt x="84" y="20"/>
                </a:cubicBezTo>
                <a:cubicBezTo>
                  <a:pt x="91" y="20"/>
                  <a:pt x="91" y="20"/>
                  <a:pt x="91" y="20"/>
                </a:cubicBezTo>
                <a:cubicBezTo>
                  <a:pt x="91" y="37"/>
                  <a:pt x="91" y="37"/>
                  <a:pt x="91" y="3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5" name="Freeform 25"/>
          <p:cNvSpPr>
            <a:spLocks noEditPoints="1"/>
          </p:cNvSpPr>
          <p:nvPr/>
        </p:nvSpPr>
        <p:spPr bwMode="auto">
          <a:xfrm>
            <a:off x="3887139" y="2856666"/>
            <a:ext cx="262998" cy="264414"/>
          </a:xfrm>
          <a:custGeom>
            <a:avLst/>
            <a:gdLst>
              <a:gd name="T0" fmla="*/ 62 w 98"/>
              <a:gd name="T1" fmla="*/ 39 h 98"/>
              <a:gd name="T2" fmla="*/ 51 w 98"/>
              <a:gd name="T3" fmla="*/ 43 h 98"/>
              <a:gd name="T4" fmla="*/ 58 w 98"/>
              <a:gd name="T5" fmla="*/ 41 h 98"/>
              <a:gd name="T6" fmla="*/ 56 w 98"/>
              <a:gd name="T7" fmla="*/ 44 h 98"/>
              <a:gd name="T8" fmla="*/ 40 w 98"/>
              <a:gd name="T9" fmla="*/ 50 h 98"/>
              <a:gd name="T10" fmla="*/ 40 w 98"/>
              <a:gd name="T11" fmla="*/ 37 h 98"/>
              <a:gd name="T12" fmla="*/ 39 w 98"/>
              <a:gd name="T13" fmla="*/ 42 h 98"/>
              <a:gd name="T14" fmla="*/ 41 w 98"/>
              <a:gd name="T15" fmla="*/ 44 h 98"/>
              <a:gd name="T16" fmla="*/ 94 w 98"/>
              <a:gd name="T17" fmla="*/ 0 h 98"/>
              <a:gd name="T18" fmla="*/ 3 w 98"/>
              <a:gd name="T19" fmla="*/ 98 h 98"/>
              <a:gd name="T20" fmla="*/ 91 w 98"/>
              <a:gd name="T21" fmla="*/ 91 h 98"/>
              <a:gd name="T22" fmla="*/ 91 w 98"/>
              <a:gd name="T23" fmla="*/ 91 h 98"/>
              <a:gd name="T24" fmla="*/ 15 w 98"/>
              <a:gd name="T25" fmla="*/ 7 h 98"/>
              <a:gd name="T26" fmla="*/ 35 w 98"/>
              <a:gd name="T27" fmla="*/ 7 h 98"/>
              <a:gd name="T28" fmla="*/ 55 w 98"/>
              <a:gd name="T29" fmla="*/ 7 h 98"/>
              <a:gd name="T30" fmla="*/ 76 w 98"/>
              <a:gd name="T31" fmla="*/ 7 h 98"/>
              <a:gd name="T32" fmla="*/ 91 w 98"/>
              <a:gd name="T33" fmla="*/ 7 h 98"/>
              <a:gd name="T34" fmla="*/ 80 w 98"/>
              <a:gd name="T35" fmla="*/ 48 h 98"/>
              <a:gd name="T36" fmla="*/ 71 w 98"/>
              <a:gd name="T37" fmla="*/ 39 h 98"/>
              <a:gd name="T38" fmla="*/ 75 w 98"/>
              <a:gd name="T39" fmla="*/ 41 h 98"/>
              <a:gd name="T40" fmla="*/ 74 w 98"/>
              <a:gd name="T41" fmla="*/ 44 h 98"/>
              <a:gd name="T42" fmla="*/ 75 w 98"/>
              <a:gd name="T43" fmla="*/ 67 h 98"/>
              <a:gd name="T44" fmla="*/ 80 w 98"/>
              <a:gd name="T45" fmla="*/ 56 h 98"/>
              <a:gd name="T46" fmla="*/ 71 w 98"/>
              <a:gd name="T47" fmla="*/ 65 h 98"/>
              <a:gd name="T48" fmla="*/ 77 w 98"/>
              <a:gd name="T49" fmla="*/ 60 h 98"/>
              <a:gd name="T50" fmla="*/ 74 w 98"/>
              <a:gd name="T51" fmla="*/ 59 h 98"/>
              <a:gd name="T52" fmla="*/ 45 w 98"/>
              <a:gd name="T53" fmla="*/ 82 h 98"/>
              <a:gd name="T54" fmla="*/ 36 w 98"/>
              <a:gd name="T55" fmla="*/ 73 h 98"/>
              <a:gd name="T56" fmla="*/ 39 w 98"/>
              <a:gd name="T57" fmla="*/ 76 h 98"/>
              <a:gd name="T58" fmla="*/ 41 w 98"/>
              <a:gd name="T59" fmla="*/ 79 h 98"/>
              <a:gd name="T60" fmla="*/ 39 w 98"/>
              <a:gd name="T61" fmla="*/ 76 h 98"/>
              <a:gd name="T62" fmla="*/ 27 w 98"/>
              <a:gd name="T63" fmla="*/ 65 h 98"/>
              <a:gd name="T64" fmla="*/ 18 w 98"/>
              <a:gd name="T65" fmla="*/ 56 h 98"/>
              <a:gd name="T66" fmla="*/ 21 w 98"/>
              <a:gd name="T67" fmla="*/ 59 h 98"/>
              <a:gd name="T68" fmla="*/ 24 w 98"/>
              <a:gd name="T69" fmla="*/ 62 h 98"/>
              <a:gd name="T70" fmla="*/ 21 w 98"/>
              <a:gd name="T71" fmla="*/ 59 h 98"/>
              <a:gd name="T72" fmla="*/ 27 w 98"/>
              <a:gd name="T73" fmla="*/ 82 h 98"/>
              <a:gd name="T74" fmla="*/ 18 w 98"/>
              <a:gd name="T75" fmla="*/ 73 h 98"/>
              <a:gd name="T76" fmla="*/ 21 w 98"/>
              <a:gd name="T77" fmla="*/ 76 h 98"/>
              <a:gd name="T78" fmla="*/ 24 w 98"/>
              <a:gd name="T79" fmla="*/ 79 h 98"/>
              <a:gd name="T80" fmla="*/ 21 w 98"/>
              <a:gd name="T81" fmla="*/ 76 h 98"/>
              <a:gd name="T82" fmla="*/ 62 w 98"/>
              <a:gd name="T83" fmla="*/ 65 h 98"/>
              <a:gd name="T84" fmla="*/ 53 w 98"/>
              <a:gd name="T85" fmla="*/ 56 h 98"/>
              <a:gd name="T86" fmla="*/ 56 w 98"/>
              <a:gd name="T87" fmla="*/ 59 h 98"/>
              <a:gd name="T88" fmla="*/ 59 w 98"/>
              <a:gd name="T89" fmla="*/ 62 h 98"/>
              <a:gd name="T90" fmla="*/ 53 w 98"/>
              <a:gd name="T91" fmla="*/ 82 h 98"/>
              <a:gd name="T92" fmla="*/ 64 w 98"/>
              <a:gd name="T93" fmla="*/ 77 h 98"/>
              <a:gd name="T94" fmla="*/ 53 w 98"/>
              <a:gd name="T95" fmla="*/ 73 h 98"/>
              <a:gd name="T96" fmla="*/ 56 w 98"/>
              <a:gd name="T97" fmla="*/ 76 h 98"/>
              <a:gd name="T98" fmla="*/ 58 w 98"/>
              <a:gd name="T99" fmla="*/ 79 h 98"/>
              <a:gd name="T100" fmla="*/ 36 w 98"/>
              <a:gd name="T101" fmla="*/ 65 h 98"/>
              <a:gd name="T102" fmla="*/ 45 w 98"/>
              <a:gd name="T103" fmla="*/ 56 h 98"/>
              <a:gd name="T104" fmla="*/ 36 w 98"/>
              <a:gd name="T105" fmla="*/ 65 h 98"/>
              <a:gd name="T106" fmla="*/ 41 w 98"/>
              <a:gd name="T107" fmla="*/ 59 h 98"/>
              <a:gd name="T108" fmla="*/ 40 w 98"/>
              <a:gd name="T109" fmla="*/ 62 h 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8" h="98">
                <a:moveTo>
                  <a:pt x="53" y="48"/>
                </a:moveTo>
                <a:cubicBezTo>
                  <a:pt x="54" y="49"/>
                  <a:pt x="56" y="50"/>
                  <a:pt x="58" y="50"/>
                </a:cubicBezTo>
                <a:cubicBezTo>
                  <a:pt x="59" y="50"/>
                  <a:pt x="61" y="49"/>
                  <a:pt x="62" y="48"/>
                </a:cubicBezTo>
                <a:cubicBezTo>
                  <a:pt x="63" y="46"/>
                  <a:pt x="64" y="45"/>
                  <a:pt x="64" y="43"/>
                </a:cubicBezTo>
                <a:cubicBezTo>
                  <a:pt x="64" y="41"/>
                  <a:pt x="63" y="40"/>
                  <a:pt x="62" y="39"/>
                </a:cubicBezTo>
                <a:cubicBezTo>
                  <a:pt x="62" y="39"/>
                  <a:pt x="62" y="39"/>
                  <a:pt x="62" y="39"/>
                </a:cubicBezTo>
                <a:cubicBezTo>
                  <a:pt x="61" y="37"/>
                  <a:pt x="59" y="37"/>
                  <a:pt x="58" y="37"/>
                </a:cubicBezTo>
                <a:cubicBezTo>
                  <a:pt x="56" y="37"/>
                  <a:pt x="54" y="37"/>
                  <a:pt x="53" y="39"/>
                </a:cubicBezTo>
                <a:cubicBezTo>
                  <a:pt x="53" y="39"/>
                  <a:pt x="53" y="39"/>
                  <a:pt x="53" y="39"/>
                </a:cubicBezTo>
                <a:cubicBezTo>
                  <a:pt x="52" y="40"/>
                  <a:pt x="51" y="41"/>
                  <a:pt x="51" y="43"/>
                </a:cubicBezTo>
                <a:cubicBezTo>
                  <a:pt x="51" y="45"/>
                  <a:pt x="52" y="46"/>
                  <a:pt x="53" y="48"/>
                </a:cubicBezTo>
                <a:cubicBezTo>
                  <a:pt x="53" y="48"/>
                  <a:pt x="53" y="48"/>
                  <a:pt x="53" y="48"/>
                </a:cubicBezTo>
                <a:close/>
                <a:moveTo>
                  <a:pt x="56" y="42"/>
                </a:moveTo>
                <a:cubicBezTo>
                  <a:pt x="56" y="42"/>
                  <a:pt x="56" y="42"/>
                  <a:pt x="56" y="42"/>
                </a:cubicBezTo>
                <a:cubicBezTo>
                  <a:pt x="57" y="41"/>
                  <a:pt x="57" y="41"/>
                  <a:pt x="58" y="41"/>
                </a:cubicBezTo>
                <a:cubicBezTo>
                  <a:pt x="58" y="41"/>
                  <a:pt x="59" y="41"/>
                  <a:pt x="59" y="42"/>
                </a:cubicBezTo>
                <a:cubicBezTo>
                  <a:pt x="59" y="42"/>
                  <a:pt x="59" y="43"/>
                  <a:pt x="59" y="43"/>
                </a:cubicBezTo>
                <a:cubicBezTo>
                  <a:pt x="59" y="44"/>
                  <a:pt x="59" y="44"/>
                  <a:pt x="59" y="44"/>
                </a:cubicBezTo>
                <a:cubicBezTo>
                  <a:pt x="59" y="45"/>
                  <a:pt x="58" y="45"/>
                  <a:pt x="58" y="45"/>
                </a:cubicBezTo>
                <a:cubicBezTo>
                  <a:pt x="57" y="45"/>
                  <a:pt x="57" y="45"/>
                  <a:pt x="56" y="44"/>
                </a:cubicBezTo>
                <a:cubicBezTo>
                  <a:pt x="56" y="44"/>
                  <a:pt x="56" y="44"/>
                  <a:pt x="56" y="43"/>
                </a:cubicBezTo>
                <a:cubicBezTo>
                  <a:pt x="56" y="43"/>
                  <a:pt x="56" y="42"/>
                  <a:pt x="56" y="42"/>
                </a:cubicBezTo>
                <a:close/>
                <a:moveTo>
                  <a:pt x="36" y="48"/>
                </a:moveTo>
                <a:cubicBezTo>
                  <a:pt x="36" y="48"/>
                  <a:pt x="36" y="48"/>
                  <a:pt x="36" y="48"/>
                </a:cubicBezTo>
                <a:cubicBezTo>
                  <a:pt x="37" y="49"/>
                  <a:pt x="38" y="50"/>
                  <a:pt x="40" y="50"/>
                </a:cubicBezTo>
                <a:cubicBezTo>
                  <a:pt x="42" y="50"/>
                  <a:pt x="43" y="49"/>
                  <a:pt x="45" y="48"/>
                </a:cubicBezTo>
                <a:cubicBezTo>
                  <a:pt x="46" y="46"/>
                  <a:pt x="47" y="45"/>
                  <a:pt x="47" y="43"/>
                </a:cubicBezTo>
                <a:cubicBezTo>
                  <a:pt x="47" y="41"/>
                  <a:pt x="46" y="40"/>
                  <a:pt x="45" y="39"/>
                </a:cubicBezTo>
                <a:cubicBezTo>
                  <a:pt x="45" y="39"/>
                  <a:pt x="45" y="39"/>
                  <a:pt x="45" y="39"/>
                </a:cubicBezTo>
                <a:cubicBezTo>
                  <a:pt x="43" y="37"/>
                  <a:pt x="42" y="37"/>
                  <a:pt x="40" y="37"/>
                </a:cubicBezTo>
                <a:cubicBezTo>
                  <a:pt x="38" y="37"/>
                  <a:pt x="37" y="37"/>
                  <a:pt x="36" y="39"/>
                </a:cubicBezTo>
                <a:cubicBezTo>
                  <a:pt x="34" y="40"/>
                  <a:pt x="34" y="41"/>
                  <a:pt x="34" y="43"/>
                </a:cubicBezTo>
                <a:cubicBezTo>
                  <a:pt x="34" y="45"/>
                  <a:pt x="34" y="46"/>
                  <a:pt x="36" y="48"/>
                </a:cubicBezTo>
                <a:close/>
                <a:moveTo>
                  <a:pt x="39" y="42"/>
                </a:moveTo>
                <a:cubicBezTo>
                  <a:pt x="39" y="42"/>
                  <a:pt x="39" y="42"/>
                  <a:pt x="39" y="42"/>
                </a:cubicBezTo>
                <a:cubicBezTo>
                  <a:pt x="39" y="41"/>
                  <a:pt x="40" y="41"/>
                  <a:pt x="40" y="41"/>
                </a:cubicBezTo>
                <a:cubicBezTo>
                  <a:pt x="41" y="41"/>
                  <a:pt x="41" y="41"/>
                  <a:pt x="41" y="42"/>
                </a:cubicBezTo>
                <a:cubicBezTo>
                  <a:pt x="41" y="42"/>
                  <a:pt x="41" y="42"/>
                  <a:pt x="41" y="42"/>
                </a:cubicBezTo>
                <a:cubicBezTo>
                  <a:pt x="42" y="42"/>
                  <a:pt x="42" y="43"/>
                  <a:pt x="42" y="43"/>
                </a:cubicBezTo>
                <a:cubicBezTo>
                  <a:pt x="42" y="44"/>
                  <a:pt x="42" y="44"/>
                  <a:pt x="41" y="44"/>
                </a:cubicBezTo>
                <a:cubicBezTo>
                  <a:pt x="41" y="45"/>
                  <a:pt x="41" y="45"/>
                  <a:pt x="40" y="45"/>
                </a:cubicBezTo>
                <a:cubicBezTo>
                  <a:pt x="40" y="45"/>
                  <a:pt x="39" y="45"/>
                  <a:pt x="39" y="44"/>
                </a:cubicBezTo>
                <a:cubicBezTo>
                  <a:pt x="38" y="44"/>
                  <a:pt x="38" y="44"/>
                  <a:pt x="38" y="43"/>
                </a:cubicBezTo>
                <a:cubicBezTo>
                  <a:pt x="38" y="43"/>
                  <a:pt x="38" y="42"/>
                  <a:pt x="39" y="42"/>
                </a:cubicBezTo>
                <a:close/>
                <a:moveTo>
                  <a:pt x="94" y="0"/>
                </a:moveTo>
                <a:cubicBezTo>
                  <a:pt x="94" y="0"/>
                  <a:pt x="94" y="0"/>
                  <a:pt x="94" y="0"/>
                </a:cubicBezTo>
                <a:cubicBezTo>
                  <a:pt x="3" y="0"/>
                  <a:pt x="3" y="0"/>
                  <a:pt x="3" y="0"/>
                </a:cubicBezTo>
                <a:cubicBezTo>
                  <a:pt x="1" y="0"/>
                  <a:pt x="0" y="1"/>
                  <a:pt x="0" y="4"/>
                </a:cubicBezTo>
                <a:cubicBezTo>
                  <a:pt x="0" y="94"/>
                  <a:pt x="0" y="94"/>
                  <a:pt x="0" y="94"/>
                </a:cubicBezTo>
                <a:cubicBezTo>
                  <a:pt x="0" y="97"/>
                  <a:pt x="1" y="98"/>
                  <a:pt x="3" y="98"/>
                </a:cubicBezTo>
                <a:cubicBezTo>
                  <a:pt x="94" y="98"/>
                  <a:pt x="94" y="98"/>
                  <a:pt x="94" y="98"/>
                </a:cubicBezTo>
                <a:cubicBezTo>
                  <a:pt x="96" y="98"/>
                  <a:pt x="98" y="97"/>
                  <a:pt x="98" y="94"/>
                </a:cubicBezTo>
                <a:cubicBezTo>
                  <a:pt x="98" y="4"/>
                  <a:pt x="98" y="4"/>
                  <a:pt x="98" y="4"/>
                </a:cubicBezTo>
                <a:cubicBezTo>
                  <a:pt x="98" y="1"/>
                  <a:pt x="96" y="0"/>
                  <a:pt x="94" y="0"/>
                </a:cubicBezTo>
                <a:close/>
                <a:moveTo>
                  <a:pt x="91" y="91"/>
                </a:moveTo>
                <a:cubicBezTo>
                  <a:pt x="91" y="91"/>
                  <a:pt x="91" y="91"/>
                  <a:pt x="91" y="91"/>
                </a:cubicBezTo>
                <a:cubicBezTo>
                  <a:pt x="7" y="91"/>
                  <a:pt x="7" y="91"/>
                  <a:pt x="7" y="91"/>
                </a:cubicBezTo>
                <a:cubicBezTo>
                  <a:pt x="7" y="29"/>
                  <a:pt x="7" y="29"/>
                  <a:pt x="7" y="29"/>
                </a:cubicBezTo>
                <a:cubicBezTo>
                  <a:pt x="91" y="29"/>
                  <a:pt x="91" y="29"/>
                  <a:pt x="91" y="29"/>
                </a:cubicBezTo>
                <a:cubicBezTo>
                  <a:pt x="91" y="91"/>
                  <a:pt x="91" y="91"/>
                  <a:pt x="91" y="91"/>
                </a:cubicBezTo>
                <a:close/>
                <a:moveTo>
                  <a:pt x="91" y="25"/>
                </a:moveTo>
                <a:cubicBezTo>
                  <a:pt x="91" y="25"/>
                  <a:pt x="91" y="25"/>
                  <a:pt x="91" y="25"/>
                </a:cubicBezTo>
                <a:cubicBezTo>
                  <a:pt x="7" y="25"/>
                  <a:pt x="7" y="25"/>
                  <a:pt x="7" y="25"/>
                </a:cubicBezTo>
                <a:cubicBezTo>
                  <a:pt x="7" y="7"/>
                  <a:pt x="7" y="7"/>
                  <a:pt x="7" y="7"/>
                </a:cubicBezTo>
                <a:cubicBezTo>
                  <a:pt x="15" y="7"/>
                  <a:pt x="15" y="7"/>
                  <a:pt x="15" y="7"/>
                </a:cubicBezTo>
                <a:cubicBezTo>
                  <a:pt x="15" y="13"/>
                  <a:pt x="15" y="13"/>
                  <a:pt x="15" y="13"/>
                </a:cubicBezTo>
                <a:cubicBezTo>
                  <a:pt x="15" y="15"/>
                  <a:pt x="16" y="17"/>
                  <a:pt x="18" y="17"/>
                </a:cubicBezTo>
                <a:cubicBezTo>
                  <a:pt x="20" y="17"/>
                  <a:pt x="22" y="15"/>
                  <a:pt x="22" y="13"/>
                </a:cubicBezTo>
                <a:cubicBezTo>
                  <a:pt x="22" y="7"/>
                  <a:pt x="22" y="7"/>
                  <a:pt x="22" y="7"/>
                </a:cubicBezTo>
                <a:cubicBezTo>
                  <a:pt x="35" y="7"/>
                  <a:pt x="35" y="7"/>
                  <a:pt x="35" y="7"/>
                </a:cubicBezTo>
                <a:cubicBezTo>
                  <a:pt x="35" y="13"/>
                  <a:pt x="35" y="13"/>
                  <a:pt x="35" y="13"/>
                </a:cubicBezTo>
                <a:cubicBezTo>
                  <a:pt x="35" y="15"/>
                  <a:pt x="37" y="17"/>
                  <a:pt x="39" y="17"/>
                </a:cubicBezTo>
                <a:cubicBezTo>
                  <a:pt x="41" y="17"/>
                  <a:pt x="42" y="15"/>
                  <a:pt x="42" y="13"/>
                </a:cubicBezTo>
                <a:cubicBezTo>
                  <a:pt x="42" y="7"/>
                  <a:pt x="42" y="7"/>
                  <a:pt x="42" y="7"/>
                </a:cubicBezTo>
                <a:cubicBezTo>
                  <a:pt x="55" y="7"/>
                  <a:pt x="55" y="7"/>
                  <a:pt x="55" y="7"/>
                </a:cubicBezTo>
                <a:cubicBezTo>
                  <a:pt x="55" y="13"/>
                  <a:pt x="55" y="13"/>
                  <a:pt x="55" y="13"/>
                </a:cubicBezTo>
                <a:cubicBezTo>
                  <a:pt x="55" y="15"/>
                  <a:pt x="57" y="17"/>
                  <a:pt x="59" y="17"/>
                </a:cubicBezTo>
                <a:cubicBezTo>
                  <a:pt x="61" y="17"/>
                  <a:pt x="63" y="15"/>
                  <a:pt x="63" y="13"/>
                </a:cubicBezTo>
                <a:cubicBezTo>
                  <a:pt x="63" y="7"/>
                  <a:pt x="63" y="7"/>
                  <a:pt x="63" y="7"/>
                </a:cubicBezTo>
                <a:cubicBezTo>
                  <a:pt x="76" y="7"/>
                  <a:pt x="76" y="7"/>
                  <a:pt x="76" y="7"/>
                </a:cubicBezTo>
                <a:cubicBezTo>
                  <a:pt x="76" y="13"/>
                  <a:pt x="76" y="13"/>
                  <a:pt x="76" y="13"/>
                </a:cubicBezTo>
                <a:cubicBezTo>
                  <a:pt x="76" y="15"/>
                  <a:pt x="77" y="17"/>
                  <a:pt x="79" y="17"/>
                </a:cubicBezTo>
                <a:cubicBezTo>
                  <a:pt x="81" y="17"/>
                  <a:pt x="83" y="15"/>
                  <a:pt x="83" y="13"/>
                </a:cubicBezTo>
                <a:cubicBezTo>
                  <a:pt x="83" y="7"/>
                  <a:pt x="83" y="7"/>
                  <a:pt x="83" y="7"/>
                </a:cubicBezTo>
                <a:cubicBezTo>
                  <a:pt x="91" y="7"/>
                  <a:pt x="91" y="7"/>
                  <a:pt x="91" y="7"/>
                </a:cubicBezTo>
                <a:cubicBezTo>
                  <a:pt x="91" y="25"/>
                  <a:pt x="91" y="25"/>
                  <a:pt x="91" y="25"/>
                </a:cubicBezTo>
                <a:close/>
                <a:moveTo>
                  <a:pt x="71" y="48"/>
                </a:moveTo>
                <a:cubicBezTo>
                  <a:pt x="71" y="48"/>
                  <a:pt x="71" y="48"/>
                  <a:pt x="71" y="48"/>
                </a:cubicBezTo>
                <a:cubicBezTo>
                  <a:pt x="72" y="49"/>
                  <a:pt x="73" y="50"/>
                  <a:pt x="75" y="50"/>
                </a:cubicBezTo>
                <a:cubicBezTo>
                  <a:pt x="77" y="50"/>
                  <a:pt x="78" y="49"/>
                  <a:pt x="80" y="48"/>
                </a:cubicBezTo>
                <a:cubicBezTo>
                  <a:pt x="81" y="46"/>
                  <a:pt x="82" y="45"/>
                  <a:pt x="82" y="43"/>
                </a:cubicBezTo>
                <a:cubicBezTo>
                  <a:pt x="82" y="41"/>
                  <a:pt x="81" y="40"/>
                  <a:pt x="80" y="39"/>
                </a:cubicBezTo>
                <a:cubicBezTo>
                  <a:pt x="80" y="39"/>
                  <a:pt x="80" y="39"/>
                  <a:pt x="80" y="39"/>
                </a:cubicBezTo>
                <a:cubicBezTo>
                  <a:pt x="78" y="37"/>
                  <a:pt x="77" y="37"/>
                  <a:pt x="75" y="37"/>
                </a:cubicBezTo>
                <a:cubicBezTo>
                  <a:pt x="73" y="37"/>
                  <a:pt x="72" y="37"/>
                  <a:pt x="71" y="39"/>
                </a:cubicBezTo>
                <a:cubicBezTo>
                  <a:pt x="69" y="40"/>
                  <a:pt x="69" y="41"/>
                  <a:pt x="69" y="43"/>
                </a:cubicBezTo>
                <a:cubicBezTo>
                  <a:pt x="69" y="45"/>
                  <a:pt x="69" y="46"/>
                  <a:pt x="71" y="48"/>
                </a:cubicBezTo>
                <a:close/>
                <a:moveTo>
                  <a:pt x="74" y="42"/>
                </a:moveTo>
                <a:cubicBezTo>
                  <a:pt x="74" y="42"/>
                  <a:pt x="74" y="42"/>
                  <a:pt x="74" y="42"/>
                </a:cubicBezTo>
                <a:cubicBezTo>
                  <a:pt x="74" y="41"/>
                  <a:pt x="75" y="41"/>
                  <a:pt x="75" y="41"/>
                </a:cubicBezTo>
                <a:cubicBezTo>
                  <a:pt x="76" y="41"/>
                  <a:pt x="76" y="41"/>
                  <a:pt x="76" y="42"/>
                </a:cubicBezTo>
                <a:cubicBezTo>
                  <a:pt x="77" y="42"/>
                  <a:pt x="77" y="43"/>
                  <a:pt x="77" y="43"/>
                </a:cubicBezTo>
                <a:cubicBezTo>
                  <a:pt x="77" y="44"/>
                  <a:pt x="77" y="44"/>
                  <a:pt x="76" y="44"/>
                </a:cubicBezTo>
                <a:cubicBezTo>
                  <a:pt x="76" y="45"/>
                  <a:pt x="76" y="45"/>
                  <a:pt x="75" y="45"/>
                </a:cubicBezTo>
                <a:cubicBezTo>
                  <a:pt x="75" y="45"/>
                  <a:pt x="74" y="45"/>
                  <a:pt x="74" y="44"/>
                </a:cubicBezTo>
                <a:cubicBezTo>
                  <a:pt x="73" y="44"/>
                  <a:pt x="73" y="44"/>
                  <a:pt x="73" y="43"/>
                </a:cubicBezTo>
                <a:cubicBezTo>
                  <a:pt x="73" y="43"/>
                  <a:pt x="73" y="42"/>
                  <a:pt x="74" y="42"/>
                </a:cubicBezTo>
                <a:close/>
                <a:moveTo>
                  <a:pt x="71" y="65"/>
                </a:moveTo>
                <a:cubicBezTo>
                  <a:pt x="71" y="65"/>
                  <a:pt x="71" y="65"/>
                  <a:pt x="71" y="65"/>
                </a:cubicBezTo>
                <a:cubicBezTo>
                  <a:pt x="72" y="66"/>
                  <a:pt x="73" y="67"/>
                  <a:pt x="75" y="67"/>
                </a:cubicBezTo>
                <a:cubicBezTo>
                  <a:pt x="77" y="67"/>
                  <a:pt x="78" y="66"/>
                  <a:pt x="80" y="65"/>
                </a:cubicBezTo>
                <a:cubicBezTo>
                  <a:pt x="80" y="65"/>
                  <a:pt x="80" y="65"/>
                  <a:pt x="80" y="65"/>
                </a:cubicBezTo>
                <a:cubicBezTo>
                  <a:pt x="81" y="64"/>
                  <a:pt x="82" y="62"/>
                  <a:pt x="82" y="60"/>
                </a:cubicBezTo>
                <a:cubicBezTo>
                  <a:pt x="82" y="59"/>
                  <a:pt x="81" y="57"/>
                  <a:pt x="80" y="56"/>
                </a:cubicBezTo>
                <a:cubicBezTo>
                  <a:pt x="80" y="56"/>
                  <a:pt x="80" y="56"/>
                  <a:pt x="80" y="56"/>
                </a:cubicBezTo>
                <a:cubicBezTo>
                  <a:pt x="78" y="54"/>
                  <a:pt x="77" y="54"/>
                  <a:pt x="75" y="54"/>
                </a:cubicBezTo>
                <a:cubicBezTo>
                  <a:pt x="73" y="54"/>
                  <a:pt x="72" y="54"/>
                  <a:pt x="71" y="56"/>
                </a:cubicBezTo>
                <a:cubicBezTo>
                  <a:pt x="69" y="57"/>
                  <a:pt x="69" y="59"/>
                  <a:pt x="69" y="60"/>
                </a:cubicBezTo>
                <a:cubicBezTo>
                  <a:pt x="69" y="62"/>
                  <a:pt x="69" y="64"/>
                  <a:pt x="71" y="65"/>
                </a:cubicBezTo>
                <a:cubicBezTo>
                  <a:pt x="71" y="65"/>
                  <a:pt x="71" y="65"/>
                  <a:pt x="71" y="65"/>
                </a:cubicBezTo>
                <a:close/>
                <a:moveTo>
                  <a:pt x="74" y="59"/>
                </a:moveTo>
                <a:cubicBezTo>
                  <a:pt x="74" y="59"/>
                  <a:pt x="74" y="59"/>
                  <a:pt x="74" y="59"/>
                </a:cubicBezTo>
                <a:cubicBezTo>
                  <a:pt x="74" y="59"/>
                  <a:pt x="75" y="58"/>
                  <a:pt x="75" y="58"/>
                </a:cubicBezTo>
                <a:cubicBezTo>
                  <a:pt x="76" y="58"/>
                  <a:pt x="76" y="59"/>
                  <a:pt x="76" y="59"/>
                </a:cubicBezTo>
                <a:cubicBezTo>
                  <a:pt x="77" y="59"/>
                  <a:pt x="77" y="60"/>
                  <a:pt x="77" y="60"/>
                </a:cubicBezTo>
                <a:cubicBezTo>
                  <a:pt x="77" y="61"/>
                  <a:pt x="77" y="61"/>
                  <a:pt x="76" y="62"/>
                </a:cubicBezTo>
                <a:cubicBezTo>
                  <a:pt x="76" y="62"/>
                  <a:pt x="76" y="62"/>
                  <a:pt x="75" y="62"/>
                </a:cubicBezTo>
                <a:cubicBezTo>
                  <a:pt x="75" y="62"/>
                  <a:pt x="74" y="62"/>
                  <a:pt x="74" y="62"/>
                </a:cubicBezTo>
                <a:cubicBezTo>
                  <a:pt x="73" y="61"/>
                  <a:pt x="73" y="61"/>
                  <a:pt x="73" y="60"/>
                </a:cubicBezTo>
                <a:cubicBezTo>
                  <a:pt x="73" y="60"/>
                  <a:pt x="73" y="59"/>
                  <a:pt x="74" y="59"/>
                </a:cubicBezTo>
                <a:close/>
                <a:moveTo>
                  <a:pt x="36" y="82"/>
                </a:moveTo>
                <a:cubicBezTo>
                  <a:pt x="36" y="82"/>
                  <a:pt x="36" y="82"/>
                  <a:pt x="36" y="82"/>
                </a:cubicBezTo>
                <a:cubicBezTo>
                  <a:pt x="37" y="83"/>
                  <a:pt x="38" y="84"/>
                  <a:pt x="40" y="84"/>
                </a:cubicBezTo>
                <a:cubicBezTo>
                  <a:pt x="42" y="84"/>
                  <a:pt x="43" y="83"/>
                  <a:pt x="45" y="82"/>
                </a:cubicBezTo>
                <a:cubicBezTo>
                  <a:pt x="45" y="82"/>
                  <a:pt x="45" y="82"/>
                  <a:pt x="45" y="82"/>
                </a:cubicBezTo>
                <a:cubicBezTo>
                  <a:pt x="46" y="81"/>
                  <a:pt x="47" y="79"/>
                  <a:pt x="47" y="77"/>
                </a:cubicBezTo>
                <a:cubicBezTo>
                  <a:pt x="47" y="76"/>
                  <a:pt x="46" y="74"/>
                  <a:pt x="45" y="73"/>
                </a:cubicBezTo>
                <a:cubicBezTo>
                  <a:pt x="45" y="73"/>
                  <a:pt x="45" y="73"/>
                  <a:pt x="45" y="73"/>
                </a:cubicBezTo>
                <a:cubicBezTo>
                  <a:pt x="43" y="72"/>
                  <a:pt x="42" y="71"/>
                  <a:pt x="40" y="71"/>
                </a:cubicBezTo>
                <a:cubicBezTo>
                  <a:pt x="38" y="71"/>
                  <a:pt x="37" y="72"/>
                  <a:pt x="36" y="73"/>
                </a:cubicBezTo>
                <a:cubicBezTo>
                  <a:pt x="36" y="73"/>
                  <a:pt x="36" y="73"/>
                  <a:pt x="36" y="73"/>
                </a:cubicBezTo>
                <a:cubicBezTo>
                  <a:pt x="34" y="74"/>
                  <a:pt x="34" y="76"/>
                  <a:pt x="34" y="77"/>
                </a:cubicBezTo>
                <a:cubicBezTo>
                  <a:pt x="34" y="79"/>
                  <a:pt x="34" y="81"/>
                  <a:pt x="36" y="82"/>
                </a:cubicBezTo>
                <a:close/>
                <a:moveTo>
                  <a:pt x="39" y="76"/>
                </a:moveTo>
                <a:cubicBezTo>
                  <a:pt x="39" y="76"/>
                  <a:pt x="39" y="76"/>
                  <a:pt x="39" y="76"/>
                </a:cubicBezTo>
                <a:cubicBezTo>
                  <a:pt x="39" y="76"/>
                  <a:pt x="40" y="75"/>
                  <a:pt x="40" y="75"/>
                </a:cubicBezTo>
                <a:cubicBezTo>
                  <a:pt x="41" y="75"/>
                  <a:pt x="41" y="76"/>
                  <a:pt x="41" y="76"/>
                </a:cubicBezTo>
                <a:cubicBezTo>
                  <a:pt x="41" y="76"/>
                  <a:pt x="41" y="76"/>
                  <a:pt x="41" y="76"/>
                </a:cubicBezTo>
                <a:cubicBezTo>
                  <a:pt x="42" y="76"/>
                  <a:pt x="42" y="77"/>
                  <a:pt x="42" y="77"/>
                </a:cubicBezTo>
                <a:cubicBezTo>
                  <a:pt x="42" y="78"/>
                  <a:pt x="42" y="78"/>
                  <a:pt x="41" y="79"/>
                </a:cubicBezTo>
                <a:cubicBezTo>
                  <a:pt x="41" y="79"/>
                  <a:pt x="41" y="79"/>
                  <a:pt x="41" y="79"/>
                </a:cubicBezTo>
                <a:cubicBezTo>
                  <a:pt x="41" y="79"/>
                  <a:pt x="41" y="79"/>
                  <a:pt x="40" y="79"/>
                </a:cubicBezTo>
                <a:cubicBezTo>
                  <a:pt x="40" y="79"/>
                  <a:pt x="39" y="79"/>
                  <a:pt x="39" y="79"/>
                </a:cubicBezTo>
                <a:cubicBezTo>
                  <a:pt x="38" y="78"/>
                  <a:pt x="38" y="78"/>
                  <a:pt x="38" y="77"/>
                </a:cubicBezTo>
                <a:cubicBezTo>
                  <a:pt x="38" y="77"/>
                  <a:pt x="38" y="76"/>
                  <a:pt x="39" y="76"/>
                </a:cubicBezTo>
                <a:close/>
                <a:moveTo>
                  <a:pt x="18" y="65"/>
                </a:moveTo>
                <a:cubicBezTo>
                  <a:pt x="18" y="65"/>
                  <a:pt x="18" y="65"/>
                  <a:pt x="18" y="65"/>
                </a:cubicBezTo>
                <a:cubicBezTo>
                  <a:pt x="19" y="66"/>
                  <a:pt x="21" y="67"/>
                  <a:pt x="23" y="67"/>
                </a:cubicBezTo>
                <a:cubicBezTo>
                  <a:pt x="24" y="67"/>
                  <a:pt x="26" y="66"/>
                  <a:pt x="27" y="65"/>
                </a:cubicBezTo>
                <a:cubicBezTo>
                  <a:pt x="27" y="65"/>
                  <a:pt x="27" y="65"/>
                  <a:pt x="27" y="65"/>
                </a:cubicBezTo>
                <a:cubicBezTo>
                  <a:pt x="28" y="64"/>
                  <a:pt x="29" y="62"/>
                  <a:pt x="29" y="60"/>
                </a:cubicBezTo>
                <a:cubicBezTo>
                  <a:pt x="29" y="59"/>
                  <a:pt x="28" y="57"/>
                  <a:pt x="27" y="56"/>
                </a:cubicBezTo>
                <a:cubicBezTo>
                  <a:pt x="27" y="56"/>
                  <a:pt x="27" y="56"/>
                  <a:pt x="27" y="56"/>
                </a:cubicBezTo>
                <a:cubicBezTo>
                  <a:pt x="26" y="54"/>
                  <a:pt x="24" y="54"/>
                  <a:pt x="23" y="54"/>
                </a:cubicBezTo>
                <a:cubicBezTo>
                  <a:pt x="21" y="54"/>
                  <a:pt x="19" y="54"/>
                  <a:pt x="18" y="56"/>
                </a:cubicBezTo>
                <a:cubicBezTo>
                  <a:pt x="17" y="57"/>
                  <a:pt x="16" y="59"/>
                  <a:pt x="16" y="60"/>
                </a:cubicBezTo>
                <a:cubicBezTo>
                  <a:pt x="16" y="62"/>
                  <a:pt x="17" y="64"/>
                  <a:pt x="18" y="65"/>
                </a:cubicBezTo>
                <a:cubicBezTo>
                  <a:pt x="18" y="65"/>
                  <a:pt x="18" y="65"/>
                  <a:pt x="18" y="65"/>
                </a:cubicBezTo>
                <a:close/>
                <a:moveTo>
                  <a:pt x="21" y="59"/>
                </a:moveTo>
                <a:cubicBezTo>
                  <a:pt x="21" y="59"/>
                  <a:pt x="21" y="59"/>
                  <a:pt x="21" y="59"/>
                </a:cubicBezTo>
                <a:cubicBezTo>
                  <a:pt x="21" y="59"/>
                  <a:pt x="21" y="59"/>
                  <a:pt x="21" y="59"/>
                </a:cubicBezTo>
                <a:cubicBezTo>
                  <a:pt x="22" y="59"/>
                  <a:pt x="22" y="58"/>
                  <a:pt x="23" y="58"/>
                </a:cubicBezTo>
                <a:cubicBezTo>
                  <a:pt x="23" y="58"/>
                  <a:pt x="24" y="59"/>
                  <a:pt x="24" y="59"/>
                </a:cubicBezTo>
                <a:cubicBezTo>
                  <a:pt x="24" y="59"/>
                  <a:pt x="25" y="60"/>
                  <a:pt x="25" y="60"/>
                </a:cubicBezTo>
                <a:cubicBezTo>
                  <a:pt x="25" y="61"/>
                  <a:pt x="24" y="61"/>
                  <a:pt x="24" y="62"/>
                </a:cubicBezTo>
                <a:cubicBezTo>
                  <a:pt x="24" y="62"/>
                  <a:pt x="23" y="62"/>
                  <a:pt x="23" y="62"/>
                </a:cubicBezTo>
                <a:cubicBezTo>
                  <a:pt x="22" y="62"/>
                  <a:pt x="22" y="62"/>
                  <a:pt x="21" y="62"/>
                </a:cubicBezTo>
                <a:cubicBezTo>
                  <a:pt x="21" y="62"/>
                  <a:pt x="21" y="62"/>
                  <a:pt x="21" y="62"/>
                </a:cubicBezTo>
                <a:cubicBezTo>
                  <a:pt x="21" y="61"/>
                  <a:pt x="21" y="61"/>
                  <a:pt x="21" y="60"/>
                </a:cubicBezTo>
                <a:cubicBezTo>
                  <a:pt x="21" y="60"/>
                  <a:pt x="21" y="59"/>
                  <a:pt x="21" y="59"/>
                </a:cubicBezTo>
                <a:close/>
                <a:moveTo>
                  <a:pt x="18" y="82"/>
                </a:moveTo>
                <a:cubicBezTo>
                  <a:pt x="18" y="82"/>
                  <a:pt x="18" y="82"/>
                  <a:pt x="18" y="82"/>
                </a:cubicBezTo>
                <a:cubicBezTo>
                  <a:pt x="19" y="83"/>
                  <a:pt x="21" y="84"/>
                  <a:pt x="23" y="84"/>
                </a:cubicBezTo>
                <a:cubicBezTo>
                  <a:pt x="24" y="84"/>
                  <a:pt x="26" y="83"/>
                  <a:pt x="27" y="82"/>
                </a:cubicBezTo>
                <a:cubicBezTo>
                  <a:pt x="27" y="82"/>
                  <a:pt x="27" y="82"/>
                  <a:pt x="27" y="82"/>
                </a:cubicBezTo>
                <a:cubicBezTo>
                  <a:pt x="28" y="81"/>
                  <a:pt x="29" y="79"/>
                  <a:pt x="29" y="77"/>
                </a:cubicBezTo>
                <a:cubicBezTo>
                  <a:pt x="29" y="76"/>
                  <a:pt x="28" y="74"/>
                  <a:pt x="27" y="73"/>
                </a:cubicBezTo>
                <a:cubicBezTo>
                  <a:pt x="27" y="73"/>
                  <a:pt x="27" y="73"/>
                  <a:pt x="27" y="73"/>
                </a:cubicBezTo>
                <a:cubicBezTo>
                  <a:pt x="26" y="72"/>
                  <a:pt x="24" y="71"/>
                  <a:pt x="23" y="71"/>
                </a:cubicBezTo>
                <a:cubicBezTo>
                  <a:pt x="21" y="71"/>
                  <a:pt x="19" y="72"/>
                  <a:pt x="18" y="73"/>
                </a:cubicBezTo>
                <a:cubicBezTo>
                  <a:pt x="18" y="73"/>
                  <a:pt x="18" y="73"/>
                  <a:pt x="18" y="73"/>
                </a:cubicBezTo>
                <a:cubicBezTo>
                  <a:pt x="17" y="74"/>
                  <a:pt x="16" y="76"/>
                  <a:pt x="16" y="77"/>
                </a:cubicBezTo>
                <a:cubicBezTo>
                  <a:pt x="16" y="79"/>
                  <a:pt x="17" y="81"/>
                  <a:pt x="18" y="82"/>
                </a:cubicBezTo>
                <a:close/>
                <a:moveTo>
                  <a:pt x="21" y="76"/>
                </a:moveTo>
                <a:cubicBezTo>
                  <a:pt x="21" y="76"/>
                  <a:pt x="21" y="76"/>
                  <a:pt x="21" y="76"/>
                </a:cubicBezTo>
                <a:cubicBezTo>
                  <a:pt x="21" y="76"/>
                  <a:pt x="21" y="76"/>
                  <a:pt x="21" y="76"/>
                </a:cubicBezTo>
                <a:cubicBezTo>
                  <a:pt x="22" y="76"/>
                  <a:pt x="22" y="75"/>
                  <a:pt x="23" y="75"/>
                </a:cubicBezTo>
                <a:cubicBezTo>
                  <a:pt x="23" y="75"/>
                  <a:pt x="24" y="76"/>
                  <a:pt x="24" y="76"/>
                </a:cubicBezTo>
                <a:cubicBezTo>
                  <a:pt x="24" y="76"/>
                  <a:pt x="25" y="77"/>
                  <a:pt x="25" y="77"/>
                </a:cubicBezTo>
                <a:cubicBezTo>
                  <a:pt x="25" y="78"/>
                  <a:pt x="24" y="78"/>
                  <a:pt x="24" y="79"/>
                </a:cubicBezTo>
                <a:cubicBezTo>
                  <a:pt x="24" y="79"/>
                  <a:pt x="23" y="79"/>
                  <a:pt x="23" y="79"/>
                </a:cubicBezTo>
                <a:cubicBezTo>
                  <a:pt x="22" y="79"/>
                  <a:pt x="22" y="79"/>
                  <a:pt x="21" y="79"/>
                </a:cubicBezTo>
                <a:cubicBezTo>
                  <a:pt x="21" y="79"/>
                  <a:pt x="21" y="79"/>
                  <a:pt x="21" y="79"/>
                </a:cubicBezTo>
                <a:cubicBezTo>
                  <a:pt x="21" y="78"/>
                  <a:pt x="21" y="78"/>
                  <a:pt x="21" y="77"/>
                </a:cubicBezTo>
                <a:cubicBezTo>
                  <a:pt x="21" y="77"/>
                  <a:pt x="21" y="76"/>
                  <a:pt x="21" y="76"/>
                </a:cubicBezTo>
                <a:close/>
                <a:moveTo>
                  <a:pt x="53" y="65"/>
                </a:moveTo>
                <a:cubicBezTo>
                  <a:pt x="53" y="65"/>
                  <a:pt x="53" y="65"/>
                  <a:pt x="53" y="65"/>
                </a:cubicBezTo>
                <a:cubicBezTo>
                  <a:pt x="54" y="66"/>
                  <a:pt x="56" y="67"/>
                  <a:pt x="58" y="67"/>
                </a:cubicBezTo>
                <a:cubicBezTo>
                  <a:pt x="59" y="67"/>
                  <a:pt x="61" y="66"/>
                  <a:pt x="62" y="65"/>
                </a:cubicBezTo>
                <a:cubicBezTo>
                  <a:pt x="62" y="65"/>
                  <a:pt x="62" y="65"/>
                  <a:pt x="62" y="65"/>
                </a:cubicBezTo>
                <a:cubicBezTo>
                  <a:pt x="63" y="64"/>
                  <a:pt x="64" y="62"/>
                  <a:pt x="64" y="60"/>
                </a:cubicBezTo>
                <a:cubicBezTo>
                  <a:pt x="64" y="59"/>
                  <a:pt x="63" y="57"/>
                  <a:pt x="62" y="56"/>
                </a:cubicBezTo>
                <a:cubicBezTo>
                  <a:pt x="62" y="56"/>
                  <a:pt x="62" y="56"/>
                  <a:pt x="62" y="56"/>
                </a:cubicBezTo>
                <a:cubicBezTo>
                  <a:pt x="61" y="54"/>
                  <a:pt x="59" y="54"/>
                  <a:pt x="58" y="54"/>
                </a:cubicBezTo>
                <a:cubicBezTo>
                  <a:pt x="56" y="54"/>
                  <a:pt x="54" y="54"/>
                  <a:pt x="53" y="56"/>
                </a:cubicBezTo>
                <a:cubicBezTo>
                  <a:pt x="53" y="56"/>
                  <a:pt x="53" y="56"/>
                  <a:pt x="53" y="56"/>
                </a:cubicBezTo>
                <a:cubicBezTo>
                  <a:pt x="52" y="57"/>
                  <a:pt x="51" y="59"/>
                  <a:pt x="51" y="60"/>
                </a:cubicBezTo>
                <a:cubicBezTo>
                  <a:pt x="51" y="62"/>
                  <a:pt x="52" y="64"/>
                  <a:pt x="53" y="65"/>
                </a:cubicBezTo>
                <a:cubicBezTo>
                  <a:pt x="53" y="65"/>
                  <a:pt x="53" y="65"/>
                  <a:pt x="53" y="65"/>
                </a:cubicBezTo>
                <a:close/>
                <a:moveTo>
                  <a:pt x="56" y="59"/>
                </a:moveTo>
                <a:cubicBezTo>
                  <a:pt x="56" y="59"/>
                  <a:pt x="56" y="59"/>
                  <a:pt x="56" y="59"/>
                </a:cubicBezTo>
                <a:cubicBezTo>
                  <a:pt x="57" y="59"/>
                  <a:pt x="57" y="58"/>
                  <a:pt x="58" y="58"/>
                </a:cubicBezTo>
                <a:cubicBezTo>
                  <a:pt x="58" y="58"/>
                  <a:pt x="59" y="59"/>
                  <a:pt x="59" y="59"/>
                </a:cubicBezTo>
                <a:cubicBezTo>
                  <a:pt x="59" y="59"/>
                  <a:pt x="59" y="60"/>
                  <a:pt x="59" y="60"/>
                </a:cubicBezTo>
                <a:cubicBezTo>
                  <a:pt x="59" y="61"/>
                  <a:pt x="59" y="61"/>
                  <a:pt x="59" y="62"/>
                </a:cubicBezTo>
                <a:cubicBezTo>
                  <a:pt x="59" y="62"/>
                  <a:pt x="58" y="62"/>
                  <a:pt x="58" y="62"/>
                </a:cubicBezTo>
                <a:cubicBezTo>
                  <a:pt x="57" y="62"/>
                  <a:pt x="57" y="62"/>
                  <a:pt x="56" y="62"/>
                </a:cubicBezTo>
                <a:cubicBezTo>
                  <a:pt x="56" y="61"/>
                  <a:pt x="56" y="61"/>
                  <a:pt x="56" y="60"/>
                </a:cubicBezTo>
                <a:cubicBezTo>
                  <a:pt x="56" y="60"/>
                  <a:pt x="56" y="59"/>
                  <a:pt x="56" y="59"/>
                </a:cubicBezTo>
                <a:close/>
                <a:moveTo>
                  <a:pt x="53" y="82"/>
                </a:moveTo>
                <a:cubicBezTo>
                  <a:pt x="53" y="82"/>
                  <a:pt x="53" y="82"/>
                  <a:pt x="53" y="82"/>
                </a:cubicBezTo>
                <a:cubicBezTo>
                  <a:pt x="54" y="83"/>
                  <a:pt x="56" y="84"/>
                  <a:pt x="58" y="84"/>
                </a:cubicBezTo>
                <a:cubicBezTo>
                  <a:pt x="59" y="84"/>
                  <a:pt x="61" y="83"/>
                  <a:pt x="62" y="82"/>
                </a:cubicBezTo>
                <a:cubicBezTo>
                  <a:pt x="62" y="82"/>
                  <a:pt x="62" y="82"/>
                  <a:pt x="62" y="82"/>
                </a:cubicBezTo>
                <a:cubicBezTo>
                  <a:pt x="63" y="81"/>
                  <a:pt x="64" y="79"/>
                  <a:pt x="64" y="77"/>
                </a:cubicBezTo>
                <a:cubicBezTo>
                  <a:pt x="64" y="76"/>
                  <a:pt x="63" y="74"/>
                  <a:pt x="62" y="73"/>
                </a:cubicBezTo>
                <a:cubicBezTo>
                  <a:pt x="62" y="73"/>
                  <a:pt x="62" y="73"/>
                  <a:pt x="62" y="73"/>
                </a:cubicBezTo>
                <a:cubicBezTo>
                  <a:pt x="61" y="72"/>
                  <a:pt x="59" y="71"/>
                  <a:pt x="58" y="71"/>
                </a:cubicBezTo>
                <a:cubicBezTo>
                  <a:pt x="56" y="71"/>
                  <a:pt x="54" y="72"/>
                  <a:pt x="53" y="73"/>
                </a:cubicBezTo>
                <a:cubicBezTo>
                  <a:pt x="53" y="73"/>
                  <a:pt x="53" y="73"/>
                  <a:pt x="53" y="73"/>
                </a:cubicBezTo>
                <a:cubicBezTo>
                  <a:pt x="52" y="74"/>
                  <a:pt x="51" y="76"/>
                  <a:pt x="51" y="77"/>
                </a:cubicBezTo>
                <a:cubicBezTo>
                  <a:pt x="51" y="79"/>
                  <a:pt x="52" y="81"/>
                  <a:pt x="53" y="82"/>
                </a:cubicBezTo>
                <a:cubicBezTo>
                  <a:pt x="53" y="82"/>
                  <a:pt x="53" y="82"/>
                  <a:pt x="53" y="82"/>
                </a:cubicBezTo>
                <a:close/>
                <a:moveTo>
                  <a:pt x="56" y="76"/>
                </a:moveTo>
                <a:cubicBezTo>
                  <a:pt x="56" y="76"/>
                  <a:pt x="56" y="76"/>
                  <a:pt x="56" y="76"/>
                </a:cubicBezTo>
                <a:cubicBezTo>
                  <a:pt x="57" y="76"/>
                  <a:pt x="57" y="75"/>
                  <a:pt x="58" y="75"/>
                </a:cubicBezTo>
                <a:cubicBezTo>
                  <a:pt x="58" y="75"/>
                  <a:pt x="59" y="76"/>
                  <a:pt x="59" y="76"/>
                </a:cubicBezTo>
                <a:cubicBezTo>
                  <a:pt x="59" y="76"/>
                  <a:pt x="59" y="77"/>
                  <a:pt x="59" y="77"/>
                </a:cubicBezTo>
                <a:cubicBezTo>
                  <a:pt x="59" y="78"/>
                  <a:pt x="59" y="78"/>
                  <a:pt x="59" y="79"/>
                </a:cubicBezTo>
                <a:cubicBezTo>
                  <a:pt x="59" y="79"/>
                  <a:pt x="58" y="79"/>
                  <a:pt x="58" y="79"/>
                </a:cubicBezTo>
                <a:cubicBezTo>
                  <a:pt x="57" y="79"/>
                  <a:pt x="57" y="79"/>
                  <a:pt x="56" y="79"/>
                </a:cubicBezTo>
                <a:cubicBezTo>
                  <a:pt x="56" y="78"/>
                  <a:pt x="56" y="78"/>
                  <a:pt x="56" y="77"/>
                </a:cubicBezTo>
                <a:cubicBezTo>
                  <a:pt x="56" y="77"/>
                  <a:pt x="56" y="76"/>
                  <a:pt x="56" y="76"/>
                </a:cubicBezTo>
                <a:close/>
                <a:moveTo>
                  <a:pt x="36" y="65"/>
                </a:moveTo>
                <a:cubicBezTo>
                  <a:pt x="36" y="65"/>
                  <a:pt x="36" y="65"/>
                  <a:pt x="36" y="65"/>
                </a:cubicBezTo>
                <a:cubicBezTo>
                  <a:pt x="37" y="66"/>
                  <a:pt x="38" y="67"/>
                  <a:pt x="40" y="67"/>
                </a:cubicBezTo>
                <a:cubicBezTo>
                  <a:pt x="42" y="67"/>
                  <a:pt x="43" y="66"/>
                  <a:pt x="45" y="65"/>
                </a:cubicBezTo>
                <a:cubicBezTo>
                  <a:pt x="45" y="65"/>
                  <a:pt x="45" y="65"/>
                  <a:pt x="45" y="65"/>
                </a:cubicBezTo>
                <a:cubicBezTo>
                  <a:pt x="46" y="64"/>
                  <a:pt x="47" y="62"/>
                  <a:pt x="47" y="60"/>
                </a:cubicBezTo>
                <a:cubicBezTo>
                  <a:pt x="47" y="59"/>
                  <a:pt x="46" y="57"/>
                  <a:pt x="45" y="56"/>
                </a:cubicBezTo>
                <a:cubicBezTo>
                  <a:pt x="45" y="56"/>
                  <a:pt x="45" y="56"/>
                  <a:pt x="45" y="56"/>
                </a:cubicBezTo>
                <a:cubicBezTo>
                  <a:pt x="43" y="54"/>
                  <a:pt x="42" y="54"/>
                  <a:pt x="40" y="54"/>
                </a:cubicBezTo>
                <a:cubicBezTo>
                  <a:pt x="38" y="54"/>
                  <a:pt x="37" y="54"/>
                  <a:pt x="36" y="56"/>
                </a:cubicBezTo>
                <a:cubicBezTo>
                  <a:pt x="34" y="57"/>
                  <a:pt x="34" y="59"/>
                  <a:pt x="34" y="60"/>
                </a:cubicBezTo>
                <a:cubicBezTo>
                  <a:pt x="34" y="62"/>
                  <a:pt x="34" y="64"/>
                  <a:pt x="36" y="65"/>
                </a:cubicBezTo>
                <a:cubicBezTo>
                  <a:pt x="36" y="65"/>
                  <a:pt x="36" y="65"/>
                  <a:pt x="36" y="65"/>
                </a:cubicBezTo>
                <a:close/>
                <a:moveTo>
                  <a:pt x="39" y="59"/>
                </a:moveTo>
                <a:cubicBezTo>
                  <a:pt x="39" y="59"/>
                  <a:pt x="39" y="59"/>
                  <a:pt x="39" y="59"/>
                </a:cubicBezTo>
                <a:cubicBezTo>
                  <a:pt x="39" y="59"/>
                  <a:pt x="40" y="58"/>
                  <a:pt x="40" y="58"/>
                </a:cubicBezTo>
                <a:cubicBezTo>
                  <a:pt x="41" y="58"/>
                  <a:pt x="41" y="59"/>
                  <a:pt x="41" y="59"/>
                </a:cubicBezTo>
                <a:cubicBezTo>
                  <a:pt x="41" y="59"/>
                  <a:pt x="41" y="59"/>
                  <a:pt x="41" y="59"/>
                </a:cubicBezTo>
                <a:cubicBezTo>
                  <a:pt x="42" y="59"/>
                  <a:pt x="42" y="60"/>
                  <a:pt x="42" y="60"/>
                </a:cubicBezTo>
                <a:cubicBezTo>
                  <a:pt x="42" y="61"/>
                  <a:pt x="42" y="61"/>
                  <a:pt x="41" y="62"/>
                </a:cubicBezTo>
                <a:cubicBezTo>
                  <a:pt x="41" y="62"/>
                  <a:pt x="41" y="62"/>
                  <a:pt x="41" y="62"/>
                </a:cubicBezTo>
                <a:cubicBezTo>
                  <a:pt x="41" y="62"/>
                  <a:pt x="41" y="62"/>
                  <a:pt x="40" y="62"/>
                </a:cubicBezTo>
                <a:cubicBezTo>
                  <a:pt x="40" y="62"/>
                  <a:pt x="39" y="62"/>
                  <a:pt x="39" y="62"/>
                </a:cubicBezTo>
                <a:cubicBezTo>
                  <a:pt x="38" y="61"/>
                  <a:pt x="38" y="61"/>
                  <a:pt x="38" y="60"/>
                </a:cubicBezTo>
                <a:cubicBezTo>
                  <a:pt x="38" y="60"/>
                  <a:pt x="38" y="59"/>
                  <a:pt x="39" y="5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6" name="Freeform 26"/>
          <p:cNvSpPr>
            <a:spLocks noEditPoints="1"/>
          </p:cNvSpPr>
          <p:nvPr/>
        </p:nvSpPr>
        <p:spPr bwMode="auto">
          <a:xfrm>
            <a:off x="4983184" y="2845983"/>
            <a:ext cx="284358" cy="285780"/>
          </a:xfrm>
          <a:custGeom>
            <a:avLst/>
            <a:gdLst>
              <a:gd name="T0" fmla="*/ 83 w 106"/>
              <a:gd name="T1" fmla="*/ 53 h 106"/>
              <a:gd name="T2" fmla="*/ 104 w 106"/>
              <a:gd name="T3" fmla="*/ 22 h 106"/>
              <a:gd name="T4" fmla="*/ 72 w 106"/>
              <a:gd name="T5" fmla="*/ 4 h 106"/>
              <a:gd name="T6" fmla="*/ 31 w 106"/>
              <a:gd name="T7" fmla="*/ 2 h 106"/>
              <a:gd name="T8" fmla="*/ 2 w 106"/>
              <a:gd name="T9" fmla="*/ 26 h 106"/>
              <a:gd name="T10" fmla="*/ 23 w 106"/>
              <a:gd name="T11" fmla="*/ 53 h 106"/>
              <a:gd name="T12" fmla="*/ 1 w 106"/>
              <a:gd name="T13" fmla="*/ 77 h 106"/>
              <a:gd name="T14" fmla="*/ 5 w 106"/>
              <a:gd name="T15" fmla="*/ 105 h 106"/>
              <a:gd name="T16" fmla="*/ 32 w 106"/>
              <a:gd name="T17" fmla="*/ 104 h 106"/>
              <a:gd name="T18" fmla="*/ 74 w 106"/>
              <a:gd name="T19" fmla="*/ 104 h 106"/>
              <a:gd name="T20" fmla="*/ 80 w 106"/>
              <a:gd name="T21" fmla="*/ 104 h 106"/>
              <a:gd name="T22" fmla="*/ 104 w 106"/>
              <a:gd name="T23" fmla="*/ 75 h 106"/>
              <a:gd name="T24" fmla="*/ 77 w 106"/>
              <a:gd name="T25" fmla="*/ 9 h 106"/>
              <a:gd name="T26" fmla="*/ 96 w 106"/>
              <a:gd name="T27" fmla="*/ 24 h 106"/>
              <a:gd name="T28" fmla="*/ 90 w 106"/>
              <a:gd name="T29" fmla="*/ 36 h 106"/>
              <a:gd name="T30" fmla="*/ 85 w 106"/>
              <a:gd name="T31" fmla="*/ 31 h 106"/>
              <a:gd name="T32" fmla="*/ 85 w 106"/>
              <a:gd name="T33" fmla="*/ 31 h 106"/>
              <a:gd name="T34" fmla="*/ 75 w 106"/>
              <a:gd name="T35" fmla="*/ 21 h 106"/>
              <a:gd name="T36" fmla="*/ 75 w 106"/>
              <a:gd name="T37" fmla="*/ 21 h 106"/>
              <a:gd name="T38" fmla="*/ 75 w 106"/>
              <a:gd name="T39" fmla="*/ 21 h 106"/>
              <a:gd name="T40" fmla="*/ 75 w 106"/>
              <a:gd name="T41" fmla="*/ 20 h 106"/>
              <a:gd name="T42" fmla="*/ 77 w 106"/>
              <a:gd name="T43" fmla="*/ 9 h 106"/>
              <a:gd name="T44" fmla="*/ 80 w 106"/>
              <a:gd name="T45" fmla="*/ 33 h 106"/>
              <a:gd name="T46" fmla="*/ 15 w 106"/>
              <a:gd name="T47" fmla="*/ 84 h 106"/>
              <a:gd name="T48" fmla="*/ 80 w 106"/>
              <a:gd name="T49" fmla="*/ 33 h 106"/>
              <a:gd name="T50" fmla="*/ 10 w 106"/>
              <a:gd name="T51" fmla="*/ 29 h 106"/>
              <a:gd name="T52" fmla="*/ 32 w 106"/>
              <a:gd name="T53" fmla="*/ 14 h 106"/>
              <a:gd name="T54" fmla="*/ 25 w 106"/>
              <a:gd name="T55" fmla="*/ 24 h 106"/>
              <a:gd name="T56" fmla="*/ 35 w 106"/>
              <a:gd name="T57" fmla="*/ 17 h 106"/>
              <a:gd name="T58" fmla="*/ 37 w 106"/>
              <a:gd name="T59" fmla="*/ 26 h 106"/>
              <a:gd name="T60" fmla="*/ 41 w 106"/>
              <a:gd name="T61" fmla="*/ 29 h 106"/>
              <a:gd name="T62" fmla="*/ 47 w 106"/>
              <a:gd name="T63" fmla="*/ 29 h 106"/>
              <a:gd name="T64" fmla="*/ 10 w 106"/>
              <a:gd name="T65" fmla="*/ 29 h 106"/>
              <a:gd name="T66" fmla="*/ 67 w 106"/>
              <a:gd name="T67" fmla="*/ 19 h 106"/>
              <a:gd name="T68" fmla="*/ 12 w 106"/>
              <a:gd name="T69" fmla="*/ 80 h 106"/>
              <a:gd name="T70" fmla="*/ 67 w 106"/>
              <a:gd name="T71" fmla="*/ 19 h 106"/>
              <a:gd name="T72" fmla="*/ 8 w 106"/>
              <a:gd name="T73" fmla="*/ 98 h 106"/>
              <a:gd name="T74" fmla="*/ 22 w 106"/>
              <a:gd name="T75" fmla="*/ 98 h 106"/>
              <a:gd name="T76" fmla="*/ 28 w 106"/>
              <a:gd name="T77" fmla="*/ 97 h 106"/>
              <a:gd name="T78" fmla="*/ 25 w 106"/>
              <a:gd name="T79" fmla="*/ 94 h 106"/>
              <a:gd name="T80" fmla="*/ 86 w 106"/>
              <a:gd name="T81" fmla="*/ 39 h 106"/>
              <a:gd name="T82" fmla="*/ 77 w 106"/>
              <a:gd name="T83" fmla="*/ 96 h 106"/>
              <a:gd name="T84" fmla="*/ 59 w 106"/>
              <a:gd name="T85" fmla="*/ 77 h 106"/>
              <a:gd name="T86" fmla="*/ 81 w 106"/>
              <a:gd name="T87" fmla="*/ 62 h 106"/>
              <a:gd name="T88" fmla="*/ 77 w 106"/>
              <a:gd name="T89" fmla="*/ 69 h 106"/>
              <a:gd name="T90" fmla="*/ 84 w 106"/>
              <a:gd name="T91" fmla="*/ 66 h 106"/>
              <a:gd name="T92" fmla="*/ 83 w 106"/>
              <a:gd name="T93" fmla="*/ 78 h 106"/>
              <a:gd name="T94" fmla="*/ 86 w 106"/>
              <a:gd name="T95" fmla="*/ 81 h 106"/>
              <a:gd name="T96" fmla="*/ 96 w 106"/>
              <a:gd name="T97" fmla="*/ 77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06" h="106">
                <a:moveTo>
                  <a:pt x="104" y="75"/>
                </a:moveTo>
                <a:cubicBezTo>
                  <a:pt x="83" y="53"/>
                  <a:pt x="83" y="53"/>
                  <a:pt x="83" y="53"/>
                </a:cubicBezTo>
                <a:cubicBezTo>
                  <a:pt x="102" y="34"/>
                  <a:pt x="102" y="34"/>
                  <a:pt x="102" y="34"/>
                </a:cubicBezTo>
                <a:cubicBezTo>
                  <a:pt x="105" y="31"/>
                  <a:pt x="106" y="27"/>
                  <a:pt x="104" y="22"/>
                </a:cubicBezTo>
                <a:cubicBezTo>
                  <a:pt x="102" y="17"/>
                  <a:pt x="92" y="9"/>
                  <a:pt x="87" y="4"/>
                </a:cubicBezTo>
                <a:cubicBezTo>
                  <a:pt x="83" y="0"/>
                  <a:pt x="76" y="0"/>
                  <a:pt x="72" y="4"/>
                </a:cubicBezTo>
                <a:cubicBezTo>
                  <a:pt x="52" y="23"/>
                  <a:pt x="52" y="23"/>
                  <a:pt x="52" y="23"/>
                </a:cubicBezTo>
                <a:cubicBezTo>
                  <a:pt x="31" y="2"/>
                  <a:pt x="31" y="2"/>
                  <a:pt x="31" y="2"/>
                </a:cubicBezTo>
                <a:cubicBezTo>
                  <a:pt x="30" y="1"/>
                  <a:pt x="27" y="1"/>
                  <a:pt x="26" y="2"/>
                </a:cubicBezTo>
                <a:cubicBezTo>
                  <a:pt x="2" y="26"/>
                  <a:pt x="2" y="26"/>
                  <a:pt x="2" y="26"/>
                </a:cubicBezTo>
                <a:cubicBezTo>
                  <a:pt x="0" y="28"/>
                  <a:pt x="0" y="30"/>
                  <a:pt x="2" y="31"/>
                </a:cubicBezTo>
                <a:cubicBezTo>
                  <a:pt x="23" y="53"/>
                  <a:pt x="23" y="53"/>
                  <a:pt x="23" y="53"/>
                </a:cubicBezTo>
                <a:cubicBezTo>
                  <a:pt x="2" y="74"/>
                  <a:pt x="2" y="74"/>
                  <a:pt x="2" y="74"/>
                </a:cubicBezTo>
                <a:cubicBezTo>
                  <a:pt x="1" y="75"/>
                  <a:pt x="1" y="76"/>
                  <a:pt x="1" y="77"/>
                </a:cubicBezTo>
                <a:cubicBezTo>
                  <a:pt x="1" y="85"/>
                  <a:pt x="1" y="93"/>
                  <a:pt x="1" y="101"/>
                </a:cubicBezTo>
                <a:cubicBezTo>
                  <a:pt x="1" y="103"/>
                  <a:pt x="2" y="105"/>
                  <a:pt x="5" y="105"/>
                </a:cubicBezTo>
                <a:cubicBezTo>
                  <a:pt x="29" y="105"/>
                  <a:pt x="29" y="105"/>
                  <a:pt x="29" y="105"/>
                </a:cubicBezTo>
                <a:cubicBezTo>
                  <a:pt x="30" y="105"/>
                  <a:pt x="31" y="105"/>
                  <a:pt x="32" y="104"/>
                </a:cubicBezTo>
                <a:cubicBezTo>
                  <a:pt x="53" y="83"/>
                  <a:pt x="53" y="83"/>
                  <a:pt x="53" y="83"/>
                </a:cubicBezTo>
                <a:cubicBezTo>
                  <a:pt x="74" y="104"/>
                  <a:pt x="74" y="104"/>
                  <a:pt x="74" y="104"/>
                </a:cubicBezTo>
                <a:cubicBezTo>
                  <a:pt x="75" y="104"/>
                  <a:pt x="75" y="104"/>
                  <a:pt x="75" y="104"/>
                </a:cubicBezTo>
                <a:cubicBezTo>
                  <a:pt x="76" y="106"/>
                  <a:pt x="78" y="106"/>
                  <a:pt x="80" y="104"/>
                </a:cubicBezTo>
                <a:cubicBezTo>
                  <a:pt x="104" y="80"/>
                  <a:pt x="104" y="80"/>
                  <a:pt x="104" y="80"/>
                </a:cubicBezTo>
                <a:cubicBezTo>
                  <a:pt x="105" y="79"/>
                  <a:pt x="105" y="76"/>
                  <a:pt x="104" y="75"/>
                </a:cubicBezTo>
                <a:close/>
                <a:moveTo>
                  <a:pt x="77" y="9"/>
                </a:moveTo>
                <a:cubicBezTo>
                  <a:pt x="77" y="9"/>
                  <a:pt x="77" y="9"/>
                  <a:pt x="77" y="9"/>
                </a:cubicBezTo>
                <a:cubicBezTo>
                  <a:pt x="78" y="8"/>
                  <a:pt x="80" y="8"/>
                  <a:pt x="82" y="9"/>
                </a:cubicBezTo>
                <a:cubicBezTo>
                  <a:pt x="87" y="14"/>
                  <a:pt x="92" y="19"/>
                  <a:pt x="96" y="24"/>
                </a:cubicBezTo>
                <a:cubicBezTo>
                  <a:pt x="98" y="26"/>
                  <a:pt x="98" y="28"/>
                  <a:pt x="96" y="29"/>
                </a:cubicBezTo>
                <a:cubicBezTo>
                  <a:pt x="90" y="36"/>
                  <a:pt x="90" y="36"/>
                  <a:pt x="90" y="36"/>
                </a:cubicBezTo>
                <a:cubicBezTo>
                  <a:pt x="85" y="31"/>
                  <a:pt x="85" y="31"/>
                  <a:pt x="85" y="31"/>
                </a:cubicBezTo>
                <a:cubicBezTo>
                  <a:pt x="85" y="31"/>
                  <a:pt x="85" y="31"/>
                  <a:pt x="85" y="31"/>
                </a:cubicBezTo>
                <a:cubicBezTo>
                  <a:pt x="85" y="31"/>
                  <a:pt x="85" y="31"/>
                  <a:pt x="85" y="31"/>
                </a:cubicBezTo>
                <a:cubicBezTo>
                  <a:pt x="85" y="31"/>
                  <a:pt x="85" y="31"/>
                  <a:pt x="85" y="31"/>
                </a:cubicBezTo>
                <a:cubicBezTo>
                  <a:pt x="85" y="31"/>
                  <a:pt x="85" y="31"/>
                  <a:pt x="85" y="31"/>
                </a:cubicBezTo>
                <a:cubicBezTo>
                  <a:pt x="75" y="21"/>
                  <a:pt x="75" y="21"/>
                  <a:pt x="75" y="21"/>
                </a:cubicBezTo>
                <a:cubicBezTo>
                  <a:pt x="75" y="21"/>
                  <a:pt x="75" y="21"/>
                  <a:pt x="75" y="21"/>
                </a:cubicBezTo>
                <a:cubicBezTo>
                  <a:pt x="75" y="21"/>
                  <a:pt x="75" y="21"/>
                  <a:pt x="75" y="21"/>
                </a:cubicBezTo>
                <a:cubicBezTo>
                  <a:pt x="75" y="21"/>
                  <a:pt x="75" y="21"/>
                  <a:pt x="75" y="21"/>
                </a:cubicBezTo>
                <a:cubicBezTo>
                  <a:pt x="75" y="21"/>
                  <a:pt x="75" y="21"/>
                  <a:pt x="75" y="21"/>
                </a:cubicBezTo>
                <a:cubicBezTo>
                  <a:pt x="75" y="21"/>
                  <a:pt x="75" y="21"/>
                  <a:pt x="75" y="21"/>
                </a:cubicBezTo>
                <a:cubicBezTo>
                  <a:pt x="75" y="20"/>
                  <a:pt x="75" y="20"/>
                  <a:pt x="75" y="20"/>
                </a:cubicBezTo>
                <a:cubicBezTo>
                  <a:pt x="70" y="16"/>
                  <a:pt x="70" y="16"/>
                  <a:pt x="70" y="16"/>
                </a:cubicBezTo>
                <a:cubicBezTo>
                  <a:pt x="77" y="9"/>
                  <a:pt x="77" y="9"/>
                  <a:pt x="77" y="9"/>
                </a:cubicBezTo>
                <a:close/>
                <a:moveTo>
                  <a:pt x="80" y="33"/>
                </a:moveTo>
                <a:cubicBezTo>
                  <a:pt x="80" y="33"/>
                  <a:pt x="80" y="33"/>
                  <a:pt x="80" y="33"/>
                </a:cubicBezTo>
                <a:cubicBezTo>
                  <a:pt x="61" y="52"/>
                  <a:pt x="42" y="72"/>
                  <a:pt x="22" y="91"/>
                </a:cubicBezTo>
                <a:cubicBezTo>
                  <a:pt x="15" y="84"/>
                  <a:pt x="15" y="84"/>
                  <a:pt x="15" y="84"/>
                </a:cubicBezTo>
                <a:cubicBezTo>
                  <a:pt x="73" y="25"/>
                  <a:pt x="73" y="25"/>
                  <a:pt x="73" y="25"/>
                </a:cubicBezTo>
                <a:cubicBezTo>
                  <a:pt x="76" y="28"/>
                  <a:pt x="78" y="30"/>
                  <a:pt x="80" y="33"/>
                </a:cubicBezTo>
                <a:close/>
                <a:moveTo>
                  <a:pt x="10" y="29"/>
                </a:moveTo>
                <a:cubicBezTo>
                  <a:pt x="10" y="29"/>
                  <a:pt x="10" y="29"/>
                  <a:pt x="10" y="29"/>
                </a:cubicBezTo>
                <a:cubicBezTo>
                  <a:pt x="29" y="10"/>
                  <a:pt x="29" y="10"/>
                  <a:pt x="29" y="10"/>
                </a:cubicBezTo>
                <a:cubicBezTo>
                  <a:pt x="32" y="14"/>
                  <a:pt x="32" y="14"/>
                  <a:pt x="32" y="14"/>
                </a:cubicBezTo>
                <a:cubicBezTo>
                  <a:pt x="25" y="20"/>
                  <a:pt x="25" y="20"/>
                  <a:pt x="25" y="20"/>
                </a:cubicBezTo>
                <a:cubicBezTo>
                  <a:pt x="25" y="21"/>
                  <a:pt x="25" y="23"/>
                  <a:pt x="25" y="24"/>
                </a:cubicBezTo>
                <a:cubicBezTo>
                  <a:pt x="26" y="24"/>
                  <a:pt x="28" y="24"/>
                  <a:pt x="29" y="24"/>
                </a:cubicBezTo>
                <a:cubicBezTo>
                  <a:pt x="35" y="17"/>
                  <a:pt x="35" y="17"/>
                  <a:pt x="35" y="17"/>
                </a:cubicBezTo>
                <a:cubicBezTo>
                  <a:pt x="41" y="22"/>
                  <a:pt x="41" y="22"/>
                  <a:pt x="41" y="22"/>
                </a:cubicBezTo>
                <a:cubicBezTo>
                  <a:pt x="37" y="26"/>
                  <a:pt x="37" y="26"/>
                  <a:pt x="37" y="26"/>
                </a:cubicBezTo>
                <a:cubicBezTo>
                  <a:pt x="36" y="27"/>
                  <a:pt x="36" y="28"/>
                  <a:pt x="37" y="29"/>
                </a:cubicBezTo>
                <a:cubicBezTo>
                  <a:pt x="38" y="30"/>
                  <a:pt x="40" y="30"/>
                  <a:pt x="41" y="29"/>
                </a:cubicBezTo>
                <a:cubicBezTo>
                  <a:pt x="44" y="26"/>
                  <a:pt x="44" y="26"/>
                  <a:pt x="44" y="26"/>
                </a:cubicBezTo>
                <a:cubicBezTo>
                  <a:pt x="47" y="29"/>
                  <a:pt x="47" y="29"/>
                  <a:pt x="47" y="29"/>
                </a:cubicBezTo>
                <a:cubicBezTo>
                  <a:pt x="29" y="47"/>
                  <a:pt x="29" y="47"/>
                  <a:pt x="29" y="47"/>
                </a:cubicBezTo>
                <a:cubicBezTo>
                  <a:pt x="10" y="29"/>
                  <a:pt x="10" y="29"/>
                  <a:pt x="10" y="29"/>
                </a:cubicBezTo>
                <a:close/>
                <a:moveTo>
                  <a:pt x="67" y="19"/>
                </a:moveTo>
                <a:cubicBezTo>
                  <a:pt x="67" y="19"/>
                  <a:pt x="67" y="19"/>
                  <a:pt x="67" y="19"/>
                </a:cubicBezTo>
                <a:cubicBezTo>
                  <a:pt x="70" y="22"/>
                  <a:pt x="70" y="22"/>
                  <a:pt x="70" y="22"/>
                </a:cubicBezTo>
                <a:cubicBezTo>
                  <a:pt x="12" y="80"/>
                  <a:pt x="12" y="80"/>
                  <a:pt x="12" y="80"/>
                </a:cubicBezTo>
                <a:cubicBezTo>
                  <a:pt x="9" y="78"/>
                  <a:pt x="9" y="78"/>
                  <a:pt x="9" y="78"/>
                </a:cubicBezTo>
                <a:cubicBezTo>
                  <a:pt x="67" y="19"/>
                  <a:pt x="67" y="19"/>
                  <a:pt x="67" y="19"/>
                </a:cubicBezTo>
                <a:close/>
                <a:moveTo>
                  <a:pt x="8" y="98"/>
                </a:moveTo>
                <a:cubicBezTo>
                  <a:pt x="8" y="98"/>
                  <a:pt x="8" y="98"/>
                  <a:pt x="8" y="98"/>
                </a:cubicBezTo>
                <a:cubicBezTo>
                  <a:pt x="8" y="84"/>
                  <a:pt x="8" y="84"/>
                  <a:pt x="8" y="84"/>
                </a:cubicBezTo>
                <a:cubicBezTo>
                  <a:pt x="22" y="98"/>
                  <a:pt x="22" y="98"/>
                  <a:pt x="22" y="98"/>
                </a:cubicBezTo>
                <a:cubicBezTo>
                  <a:pt x="8" y="98"/>
                  <a:pt x="8" y="98"/>
                  <a:pt x="8" y="98"/>
                </a:cubicBezTo>
                <a:close/>
                <a:moveTo>
                  <a:pt x="28" y="97"/>
                </a:moveTo>
                <a:cubicBezTo>
                  <a:pt x="28" y="97"/>
                  <a:pt x="28" y="97"/>
                  <a:pt x="28" y="97"/>
                </a:cubicBezTo>
                <a:cubicBezTo>
                  <a:pt x="25" y="94"/>
                  <a:pt x="25" y="94"/>
                  <a:pt x="25" y="94"/>
                </a:cubicBezTo>
                <a:cubicBezTo>
                  <a:pt x="45" y="75"/>
                  <a:pt x="64" y="55"/>
                  <a:pt x="84" y="36"/>
                </a:cubicBezTo>
                <a:cubicBezTo>
                  <a:pt x="86" y="39"/>
                  <a:pt x="86" y="39"/>
                  <a:pt x="86" y="39"/>
                </a:cubicBezTo>
                <a:cubicBezTo>
                  <a:pt x="28" y="97"/>
                  <a:pt x="28" y="97"/>
                  <a:pt x="28" y="97"/>
                </a:cubicBezTo>
                <a:close/>
                <a:moveTo>
                  <a:pt x="77" y="96"/>
                </a:moveTo>
                <a:cubicBezTo>
                  <a:pt x="77" y="96"/>
                  <a:pt x="77" y="96"/>
                  <a:pt x="77" y="96"/>
                </a:cubicBezTo>
                <a:cubicBezTo>
                  <a:pt x="59" y="77"/>
                  <a:pt x="59" y="77"/>
                  <a:pt x="59" y="77"/>
                </a:cubicBezTo>
                <a:cubicBezTo>
                  <a:pt x="77" y="59"/>
                  <a:pt x="77" y="59"/>
                  <a:pt x="77" y="59"/>
                </a:cubicBezTo>
                <a:cubicBezTo>
                  <a:pt x="81" y="62"/>
                  <a:pt x="81" y="62"/>
                  <a:pt x="81" y="62"/>
                </a:cubicBezTo>
                <a:cubicBezTo>
                  <a:pt x="77" y="66"/>
                  <a:pt x="77" y="66"/>
                  <a:pt x="77" y="66"/>
                </a:cubicBezTo>
                <a:cubicBezTo>
                  <a:pt x="77" y="67"/>
                  <a:pt x="77" y="68"/>
                  <a:pt x="77" y="69"/>
                </a:cubicBezTo>
                <a:cubicBezTo>
                  <a:pt x="78" y="70"/>
                  <a:pt x="80" y="70"/>
                  <a:pt x="81" y="69"/>
                </a:cubicBezTo>
                <a:cubicBezTo>
                  <a:pt x="84" y="66"/>
                  <a:pt x="84" y="66"/>
                  <a:pt x="84" y="66"/>
                </a:cubicBezTo>
                <a:cubicBezTo>
                  <a:pt x="89" y="71"/>
                  <a:pt x="89" y="71"/>
                  <a:pt x="89" y="71"/>
                </a:cubicBezTo>
                <a:cubicBezTo>
                  <a:pt x="83" y="78"/>
                  <a:pt x="83" y="78"/>
                  <a:pt x="83" y="78"/>
                </a:cubicBezTo>
                <a:cubicBezTo>
                  <a:pt x="82" y="78"/>
                  <a:pt x="82" y="80"/>
                  <a:pt x="83" y="81"/>
                </a:cubicBezTo>
                <a:cubicBezTo>
                  <a:pt x="84" y="82"/>
                  <a:pt x="85" y="82"/>
                  <a:pt x="86" y="81"/>
                </a:cubicBezTo>
                <a:cubicBezTo>
                  <a:pt x="93" y="74"/>
                  <a:pt x="93" y="74"/>
                  <a:pt x="93" y="74"/>
                </a:cubicBezTo>
                <a:cubicBezTo>
                  <a:pt x="96" y="77"/>
                  <a:pt x="96" y="77"/>
                  <a:pt x="96" y="77"/>
                </a:cubicBezTo>
                <a:cubicBezTo>
                  <a:pt x="77" y="96"/>
                  <a:pt x="77" y="96"/>
                  <a:pt x="77" y="9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0" name="Rectangle 24"/>
          <p:cNvSpPr>
            <a:spLocks noChangeArrowheads="1"/>
          </p:cNvSpPr>
          <p:nvPr/>
        </p:nvSpPr>
        <p:spPr bwMode="auto">
          <a:xfrm>
            <a:off x="1094041" y="4083860"/>
            <a:ext cx="1422297" cy="990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多来源输入</a:t>
            </a:r>
          </a:p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文本需求、代码片段、需求文档、项目源码</a:t>
            </a:r>
          </a:p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en-US" altLang="zh-CN" sz="800" dirty="0">
                <a:solidFill>
                  <a:schemeClr val="bg1">
                    <a:lumMod val="50000"/>
                  </a:schemeClr>
                </a:solidFill>
              </a:rPr>
              <a:t>.</a:t>
            </a:r>
            <a:endParaRPr lang="zh-CN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29" name="直接连接符 28"/>
          <p:cNvCxnSpPr/>
          <p:nvPr/>
        </p:nvCxnSpPr>
        <p:spPr>
          <a:xfrm flipV="1">
            <a:off x="1805190" y="3644866"/>
            <a:ext cx="0" cy="366964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24"/>
          <p:cNvSpPr>
            <a:spLocks noChangeArrowheads="1"/>
          </p:cNvSpPr>
          <p:nvPr/>
        </p:nvSpPr>
        <p:spPr bwMode="auto">
          <a:xfrm>
            <a:off x="3307491" y="4083860"/>
            <a:ext cx="1422297" cy="78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质量评估</a:t>
            </a:r>
          </a:p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基于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INVEST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原则进行规则评分与语义评分</a:t>
            </a:r>
          </a:p>
        </p:txBody>
      </p:sp>
      <p:cxnSp>
        <p:nvCxnSpPr>
          <p:cNvPr id="34" name="直接连接符 33"/>
          <p:cNvCxnSpPr/>
          <p:nvPr/>
        </p:nvCxnSpPr>
        <p:spPr>
          <a:xfrm flipV="1">
            <a:off x="4018640" y="3644866"/>
            <a:ext cx="0" cy="366964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24"/>
          <p:cNvSpPr>
            <a:spLocks noChangeArrowheads="1"/>
          </p:cNvSpPr>
          <p:nvPr/>
        </p:nvSpPr>
        <p:spPr bwMode="auto">
          <a:xfrm>
            <a:off x="5532531" y="4083860"/>
            <a:ext cx="1422297" cy="10179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历史管理</a:t>
            </a:r>
          </a:p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按输入类型保存历史生成记录，便于复用和对比</a:t>
            </a:r>
          </a:p>
        </p:txBody>
      </p:sp>
      <p:cxnSp>
        <p:nvCxnSpPr>
          <p:cNvPr id="36" name="直接连接符 35"/>
          <p:cNvCxnSpPr/>
          <p:nvPr/>
        </p:nvCxnSpPr>
        <p:spPr>
          <a:xfrm flipV="1">
            <a:off x="6243680" y="3644866"/>
            <a:ext cx="0" cy="366964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 flipV="1">
            <a:off x="2911914" y="1962634"/>
            <a:ext cx="0" cy="366964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24"/>
          <p:cNvSpPr>
            <a:spLocks noChangeArrowheads="1"/>
          </p:cNvSpPr>
          <p:nvPr/>
        </p:nvSpPr>
        <p:spPr bwMode="auto">
          <a:xfrm>
            <a:off x="2200765" y="876605"/>
            <a:ext cx="1422297" cy="100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用户故事生成</a:t>
            </a:r>
          </a:p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识别角色、功能目标、业务价值，生成标准用户故事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.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cxnSp>
        <p:nvCxnSpPr>
          <p:cNvPr id="39" name="直接连接符 38"/>
          <p:cNvCxnSpPr/>
          <p:nvPr/>
        </p:nvCxnSpPr>
        <p:spPr>
          <a:xfrm flipV="1">
            <a:off x="5114094" y="1962634"/>
            <a:ext cx="0" cy="366964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24"/>
          <p:cNvSpPr>
            <a:spLocks noChangeArrowheads="1"/>
          </p:cNvSpPr>
          <p:nvPr/>
        </p:nvSpPr>
        <p:spPr bwMode="auto">
          <a:xfrm>
            <a:off x="4402945" y="876605"/>
            <a:ext cx="1422297" cy="1212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反馈优化</a:t>
            </a:r>
          </a:p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根据评分结果进行轻量级改写、补全与校验</a:t>
            </a:r>
          </a:p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en-US" altLang="zh-CN" sz="800" dirty="0">
                <a:solidFill>
                  <a:schemeClr val="bg1">
                    <a:lumMod val="50000"/>
                  </a:schemeClr>
                </a:solidFill>
              </a:rPr>
              <a:t>.</a:t>
            </a:r>
            <a:endParaRPr lang="zh-CN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41" name="直接连接符 40"/>
          <p:cNvCxnSpPr/>
          <p:nvPr/>
        </p:nvCxnSpPr>
        <p:spPr>
          <a:xfrm flipV="1">
            <a:off x="7331514" y="1962634"/>
            <a:ext cx="0" cy="366964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24"/>
          <p:cNvSpPr>
            <a:spLocks noChangeArrowheads="1"/>
          </p:cNvSpPr>
          <p:nvPr/>
        </p:nvSpPr>
        <p:spPr bwMode="auto">
          <a:xfrm>
            <a:off x="6605125" y="880797"/>
            <a:ext cx="1422297" cy="78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结果导出</a:t>
            </a:r>
          </a:p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可视化展示评分，支持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PDF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需求文档导出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.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43" name="Rectangle 39"/>
          <p:cNvSpPr>
            <a:spLocks noChangeArrowheads="1"/>
          </p:cNvSpPr>
          <p:nvPr/>
        </p:nvSpPr>
        <p:spPr bwMode="auto">
          <a:xfrm>
            <a:off x="416159" y="278281"/>
            <a:ext cx="2778059" cy="307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buFont typeface="Arial" pitchFamily="34" charset="0"/>
              <a:buNone/>
            </a:pP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系统需求与功能模块</a:t>
            </a:r>
          </a:p>
        </p:txBody>
      </p:sp>
      <p:grpSp>
        <p:nvGrpSpPr>
          <p:cNvPr id="46" name="组合 45"/>
          <p:cNvGrpSpPr/>
          <p:nvPr/>
        </p:nvGrpSpPr>
        <p:grpSpPr>
          <a:xfrm>
            <a:off x="416158" y="699542"/>
            <a:ext cx="899592" cy="56017"/>
            <a:chOff x="0" y="2842590"/>
            <a:chExt cx="7054752" cy="89199"/>
          </a:xfrm>
        </p:grpSpPr>
        <p:sp>
          <p:nvSpPr>
            <p:cNvPr id="47" name="矩形 46"/>
            <p:cNvSpPr/>
            <p:nvPr/>
          </p:nvSpPr>
          <p:spPr>
            <a:xfrm>
              <a:off x="0" y="2842590"/>
              <a:ext cx="1763688" cy="891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矩形 47"/>
            <p:cNvSpPr/>
            <p:nvPr/>
          </p:nvSpPr>
          <p:spPr>
            <a:xfrm>
              <a:off x="1763688" y="2842590"/>
              <a:ext cx="1763688" cy="891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矩形 48"/>
            <p:cNvSpPr/>
            <p:nvPr/>
          </p:nvSpPr>
          <p:spPr>
            <a:xfrm>
              <a:off x="3527376" y="2842590"/>
              <a:ext cx="1763688" cy="8919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矩形 49"/>
            <p:cNvSpPr/>
            <p:nvPr/>
          </p:nvSpPr>
          <p:spPr>
            <a:xfrm>
              <a:off x="5291064" y="2842590"/>
              <a:ext cx="1763688" cy="891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/>
          <p:cNvSpPr/>
          <p:nvPr/>
        </p:nvSpPr>
        <p:spPr>
          <a:xfrm>
            <a:off x="4573570" y="2676794"/>
            <a:ext cx="893193" cy="9877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indent="-17145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角色设计 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  <a:p>
            <a:pPr marL="171450" indent="-171450">
              <a:lnSpc>
                <a:spcPct val="150000"/>
              </a:lnSpc>
              <a:buFont typeface="Wingdings" pitchFamily="2" charset="2"/>
              <a:buChar char="ü"/>
            </a:pPr>
            <a:r>
              <a:rPr lang="en-US" altLang="zh-CN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 RTA</a:t>
            </a: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模型 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  <a:p>
            <a:pPr marL="171450" indent="-17145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协作策略 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  <a:p>
            <a:pPr marL="171450" indent="-17145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反馈优化</a:t>
            </a:r>
          </a:p>
        </p:txBody>
      </p:sp>
      <p:sp>
        <p:nvSpPr>
          <p:cNvPr id="39" name="矩形 38"/>
          <p:cNvSpPr/>
          <p:nvPr/>
        </p:nvSpPr>
        <p:spPr>
          <a:xfrm>
            <a:off x="5364088" y="2070506"/>
            <a:ext cx="252028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ln w="6350"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Impact" pitchFamily="34" charset="0"/>
                <a:ea typeface="微软雅黑" pitchFamily="34" charset="-122"/>
              </a:rPr>
              <a:t>多智能体协作机制</a:t>
            </a:r>
          </a:p>
        </p:txBody>
      </p:sp>
      <p:sp>
        <p:nvSpPr>
          <p:cNvPr id="41" name="矩形 40"/>
          <p:cNvSpPr/>
          <p:nvPr/>
        </p:nvSpPr>
        <p:spPr>
          <a:xfrm>
            <a:off x="4573570" y="1790523"/>
            <a:ext cx="79051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4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03</a:t>
            </a:r>
            <a:endParaRPr lang="zh-CN" altLang="en-US" sz="44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0" y="2517744"/>
            <a:ext cx="9144000" cy="54006"/>
            <a:chOff x="2190216" y="0"/>
            <a:chExt cx="7128792" cy="108012"/>
          </a:xfrm>
        </p:grpSpPr>
        <p:sp>
          <p:nvSpPr>
            <p:cNvPr id="50" name="矩形 49"/>
            <p:cNvSpPr/>
            <p:nvPr/>
          </p:nvSpPr>
          <p:spPr>
            <a:xfrm>
              <a:off x="2190216" y="0"/>
              <a:ext cx="1188132" cy="10801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矩形 52"/>
            <p:cNvSpPr/>
            <p:nvPr/>
          </p:nvSpPr>
          <p:spPr>
            <a:xfrm>
              <a:off x="3378348" y="0"/>
              <a:ext cx="1188132" cy="10801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矩形 55"/>
            <p:cNvSpPr/>
            <p:nvPr/>
          </p:nvSpPr>
          <p:spPr>
            <a:xfrm>
              <a:off x="4566480" y="0"/>
              <a:ext cx="1188132" cy="10801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矩形 56"/>
            <p:cNvSpPr/>
            <p:nvPr/>
          </p:nvSpPr>
          <p:spPr>
            <a:xfrm>
              <a:off x="5754612" y="0"/>
              <a:ext cx="1188132" cy="10801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矩形 57"/>
            <p:cNvSpPr/>
            <p:nvPr/>
          </p:nvSpPr>
          <p:spPr>
            <a:xfrm>
              <a:off x="6942744" y="0"/>
              <a:ext cx="1188132" cy="10801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矩形 73"/>
            <p:cNvSpPr/>
            <p:nvPr/>
          </p:nvSpPr>
          <p:spPr>
            <a:xfrm>
              <a:off x="8130876" y="0"/>
              <a:ext cx="1188132" cy="108012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6"/>
          <p:cNvSpPr>
            <a:spLocks noChangeArrowheads="1"/>
          </p:cNvSpPr>
          <p:nvPr/>
        </p:nvSpPr>
        <p:spPr bwMode="auto">
          <a:xfrm>
            <a:off x="810964" y="1666312"/>
            <a:ext cx="2181820" cy="218537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5" name="Oval 7"/>
          <p:cNvSpPr>
            <a:spLocks noChangeArrowheads="1"/>
          </p:cNvSpPr>
          <p:nvPr/>
        </p:nvSpPr>
        <p:spPr bwMode="auto">
          <a:xfrm>
            <a:off x="2611362" y="1666312"/>
            <a:ext cx="2181820" cy="21853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Oval 8"/>
          <p:cNvSpPr>
            <a:spLocks noChangeArrowheads="1"/>
          </p:cNvSpPr>
          <p:nvPr/>
        </p:nvSpPr>
        <p:spPr bwMode="auto">
          <a:xfrm>
            <a:off x="4412482" y="1666312"/>
            <a:ext cx="2181820" cy="218537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Oval 9"/>
          <p:cNvSpPr>
            <a:spLocks noChangeArrowheads="1"/>
          </p:cNvSpPr>
          <p:nvPr/>
        </p:nvSpPr>
        <p:spPr bwMode="auto">
          <a:xfrm>
            <a:off x="6212880" y="1666312"/>
            <a:ext cx="2181820" cy="218537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Rectangle 24"/>
          <p:cNvSpPr>
            <a:spLocks noChangeArrowheads="1"/>
          </p:cNvSpPr>
          <p:nvPr/>
        </p:nvSpPr>
        <p:spPr bwMode="auto">
          <a:xfrm>
            <a:off x="1192707" y="2702355"/>
            <a:ext cx="1363068" cy="980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600" b="1" dirty="0">
                <a:solidFill>
                  <a:schemeClr val="bg1"/>
                </a:solidFill>
              </a:rPr>
              <a:t>表示层</a:t>
            </a:r>
            <a:endParaRPr lang="en-US" altLang="zh-CN" sz="1600" b="1" dirty="0">
              <a:solidFill>
                <a:schemeClr val="bg1"/>
              </a:solidFill>
            </a:endParaRPr>
          </a:p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200" dirty="0">
                <a:solidFill>
                  <a:schemeClr val="bg1"/>
                </a:solidFill>
              </a:rPr>
              <a:t>提供需求输入、结果展示、评分图表和</a:t>
            </a:r>
            <a:r>
              <a:rPr lang="en-US" altLang="zh-CN" sz="1200" dirty="0">
                <a:solidFill>
                  <a:schemeClr val="bg1"/>
                </a:solidFill>
              </a:rPr>
              <a:t>PDF</a:t>
            </a:r>
            <a:r>
              <a:rPr lang="zh-CN" altLang="en-US" sz="1200" dirty="0">
                <a:solidFill>
                  <a:schemeClr val="bg1"/>
                </a:solidFill>
              </a:rPr>
              <a:t>导出入口。</a:t>
            </a:r>
          </a:p>
        </p:txBody>
      </p:sp>
      <p:sp>
        <p:nvSpPr>
          <p:cNvPr id="11" name="Rectangle 24"/>
          <p:cNvSpPr>
            <a:spLocks noChangeArrowheads="1"/>
          </p:cNvSpPr>
          <p:nvPr/>
        </p:nvSpPr>
        <p:spPr bwMode="auto">
          <a:xfrm>
            <a:off x="1408730" y="1889825"/>
            <a:ext cx="931022" cy="812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en-US" altLang="zh-CN" sz="4400" b="1" dirty="0">
                <a:solidFill>
                  <a:schemeClr val="bg1"/>
                </a:solidFill>
              </a:rPr>
              <a:t>01</a:t>
            </a:r>
            <a:endParaRPr lang="en-US" altLang="zh-CN" sz="3600" dirty="0">
              <a:solidFill>
                <a:schemeClr val="bg1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247113" y="2702605"/>
            <a:ext cx="1254256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24"/>
          <p:cNvSpPr>
            <a:spLocks noChangeArrowheads="1"/>
          </p:cNvSpPr>
          <p:nvPr/>
        </p:nvSpPr>
        <p:spPr bwMode="auto">
          <a:xfrm>
            <a:off x="3059395" y="2704169"/>
            <a:ext cx="1322179" cy="980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600" b="1" dirty="0">
                <a:solidFill>
                  <a:schemeClr val="bg1"/>
                </a:solidFill>
              </a:rPr>
              <a:t>后端服务层</a:t>
            </a:r>
            <a:endParaRPr lang="en-US" altLang="zh-CN" sz="1600" b="1" dirty="0">
              <a:solidFill>
                <a:schemeClr val="bg1"/>
              </a:solidFill>
            </a:endParaRPr>
          </a:p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200" dirty="0">
                <a:solidFill>
                  <a:schemeClr val="bg1"/>
                </a:solidFill>
              </a:rPr>
              <a:t>负责</a:t>
            </a:r>
            <a:r>
              <a:rPr lang="en-US" altLang="zh-CN" sz="1200" dirty="0">
                <a:solidFill>
                  <a:schemeClr val="bg1"/>
                </a:solidFill>
              </a:rPr>
              <a:t>API</a:t>
            </a:r>
            <a:r>
              <a:rPr lang="zh-CN" altLang="en-US" sz="1200" dirty="0">
                <a:solidFill>
                  <a:schemeClr val="bg1"/>
                </a:solidFill>
              </a:rPr>
              <a:t>管理、任务调度、结果整合与异常处理。</a:t>
            </a:r>
          </a:p>
        </p:txBody>
      </p:sp>
      <p:sp>
        <p:nvSpPr>
          <p:cNvPr id="14" name="Rectangle 24"/>
          <p:cNvSpPr>
            <a:spLocks noChangeArrowheads="1"/>
          </p:cNvSpPr>
          <p:nvPr/>
        </p:nvSpPr>
        <p:spPr bwMode="auto">
          <a:xfrm>
            <a:off x="3243880" y="1889825"/>
            <a:ext cx="931022" cy="812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en-US" altLang="zh-CN" sz="4400" b="1" dirty="0">
                <a:solidFill>
                  <a:schemeClr val="bg1"/>
                </a:solidFill>
              </a:rPr>
              <a:t>02</a:t>
            </a:r>
            <a:endParaRPr lang="en-US" altLang="zh-CN" sz="3600" dirty="0">
              <a:solidFill>
                <a:schemeClr val="bg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3082263" y="2702605"/>
            <a:ext cx="1254256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24"/>
          <p:cNvSpPr>
            <a:spLocks noChangeArrowheads="1"/>
          </p:cNvSpPr>
          <p:nvPr/>
        </p:nvSpPr>
        <p:spPr bwMode="auto">
          <a:xfrm>
            <a:off x="4842701" y="2702355"/>
            <a:ext cx="1572171" cy="980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600" b="1" dirty="0">
                <a:solidFill>
                  <a:schemeClr val="bg1"/>
                </a:solidFill>
              </a:rPr>
              <a:t>多智能体协作层</a:t>
            </a:r>
            <a:endParaRPr lang="en-US" altLang="zh-CN" sz="1600" b="1" dirty="0">
              <a:solidFill>
                <a:schemeClr val="bg1"/>
              </a:solidFill>
            </a:endParaRPr>
          </a:p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200" dirty="0">
                <a:solidFill>
                  <a:schemeClr val="bg1"/>
                </a:solidFill>
              </a:rPr>
              <a:t>由需求分析、产品经理、开发、测试</a:t>
            </a:r>
            <a:r>
              <a:rPr lang="en-US" altLang="zh-CN" sz="1200" dirty="0">
                <a:solidFill>
                  <a:schemeClr val="bg1"/>
                </a:solidFill>
              </a:rPr>
              <a:t>/</a:t>
            </a:r>
            <a:r>
              <a:rPr lang="zh-CN" altLang="en-US" sz="1200" dirty="0">
                <a:solidFill>
                  <a:schemeClr val="bg1"/>
                </a:solidFill>
              </a:rPr>
              <a:t>评估等角色协作完成生成任务。</a:t>
            </a:r>
          </a:p>
        </p:txBody>
      </p:sp>
      <p:sp>
        <p:nvSpPr>
          <p:cNvPr id="17" name="Rectangle 24"/>
          <p:cNvSpPr>
            <a:spLocks noChangeArrowheads="1"/>
          </p:cNvSpPr>
          <p:nvPr/>
        </p:nvSpPr>
        <p:spPr bwMode="auto">
          <a:xfrm>
            <a:off x="5053630" y="1889825"/>
            <a:ext cx="931022" cy="812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en-US" altLang="zh-CN" sz="4400" b="1" dirty="0">
                <a:solidFill>
                  <a:schemeClr val="bg1"/>
                </a:solidFill>
              </a:rPr>
              <a:t>03</a:t>
            </a:r>
            <a:endParaRPr lang="en-US" altLang="zh-CN" sz="3600" dirty="0">
              <a:solidFill>
                <a:schemeClr val="bg1"/>
              </a:solidFill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4892013" y="2702605"/>
            <a:ext cx="1254256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24"/>
          <p:cNvSpPr>
            <a:spLocks noChangeArrowheads="1"/>
          </p:cNvSpPr>
          <p:nvPr/>
        </p:nvSpPr>
        <p:spPr bwMode="auto">
          <a:xfrm>
            <a:off x="6574211" y="2702355"/>
            <a:ext cx="1660278" cy="980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600" b="1" dirty="0">
                <a:solidFill>
                  <a:schemeClr val="bg1"/>
                </a:solidFill>
              </a:rPr>
              <a:t>模型与数据层</a:t>
            </a:r>
            <a:endParaRPr lang="en-US" altLang="zh-CN" sz="1600" b="1" dirty="0">
              <a:solidFill>
                <a:schemeClr val="bg1"/>
              </a:solidFill>
            </a:endParaRPr>
          </a:p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200" dirty="0">
                <a:solidFill>
                  <a:schemeClr val="bg1"/>
                </a:solidFill>
              </a:rPr>
              <a:t>封装大语言模型接口、</a:t>
            </a:r>
            <a:r>
              <a:rPr lang="en-US" altLang="zh-CN" sz="1200" dirty="0">
                <a:solidFill>
                  <a:schemeClr val="bg1"/>
                </a:solidFill>
              </a:rPr>
              <a:t>Prompt</a:t>
            </a:r>
            <a:r>
              <a:rPr lang="zh-CN" altLang="en-US" sz="1200" dirty="0">
                <a:solidFill>
                  <a:schemeClr val="bg1"/>
                </a:solidFill>
              </a:rPr>
              <a:t>模板、历史数据和生成结果。</a:t>
            </a:r>
            <a:endParaRPr lang="en-US" altLang="zh-CN" sz="1200" dirty="0">
              <a:solidFill>
                <a:schemeClr val="bg1"/>
              </a:solidFill>
            </a:endParaRPr>
          </a:p>
        </p:txBody>
      </p:sp>
      <p:sp>
        <p:nvSpPr>
          <p:cNvPr id="20" name="Rectangle 24"/>
          <p:cNvSpPr>
            <a:spLocks noChangeArrowheads="1"/>
          </p:cNvSpPr>
          <p:nvPr/>
        </p:nvSpPr>
        <p:spPr bwMode="auto">
          <a:xfrm>
            <a:off x="6888780" y="1889825"/>
            <a:ext cx="931022" cy="812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en-US" altLang="zh-CN" sz="4400" b="1" dirty="0">
                <a:solidFill>
                  <a:schemeClr val="bg1"/>
                </a:solidFill>
              </a:rPr>
              <a:t>04</a:t>
            </a:r>
            <a:endParaRPr lang="en-US" altLang="zh-CN" sz="3600" dirty="0">
              <a:solidFill>
                <a:schemeClr val="bg1"/>
              </a:solidFill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6727163" y="2702605"/>
            <a:ext cx="1254256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39"/>
          <p:cNvSpPr>
            <a:spLocks noChangeArrowheads="1"/>
          </p:cNvSpPr>
          <p:nvPr/>
        </p:nvSpPr>
        <p:spPr bwMode="auto">
          <a:xfrm>
            <a:off x="416159" y="278281"/>
            <a:ext cx="2778059" cy="307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buFont typeface="Arial" pitchFamily="34" charset="0"/>
              <a:buNone/>
            </a:pP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总体架构与智能体角色</a:t>
            </a:r>
          </a:p>
        </p:txBody>
      </p:sp>
      <p:grpSp>
        <p:nvGrpSpPr>
          <p:cNvPr id="23" name="组合 22"/>
          <p:cNvGrpSpPr/>
          <p:nvPr/>
        </p:nvGrpSpPr>
        <p:grpSpPr>
          <a:xfrm>
            <a:off x="416158" y="699542"/>
            <a:ext cx="899592" cy="56017"/>
            <a:chOff x="0" y="2842590"/>
            <a:chExt cx="7054752" cy="89199"/>
          </a:xfrm>
        </p:grpSpPr>
        <p:sp>
          <p:nvSpPr>
            <p:cNvPr id="26" name="矩形 25"/>
            <p:cNvSpPr/>
            <p:nvPr/>
          </p:nvSpPr>
          <p:spPr>
            <a:xfrm>
              <a:off x="0" y="2842590"/>
              <a:ext cx="1763688" cy="891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/>
            <p:cNvSpPr/>
            <p:nvPr/>
          </p:nvSpPr>
          <p:spPr>
            <a:xfrm>
              <a:off x="1763688" y="2842590"/>
              <a:ext cx="1763688" cy="891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 28"/>
            <p:cNvSpPr/>
            <p:nvPr/>
          </p:nvSpPr>
          <p:spPr>
            <a:xfrm>
              <a:off x="3527376" y="2842590"/>
              <a:ext cx="1763688" cy="8919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 29"/>
            <p:cNvSpPr/>
            <p:nvPr/>
          </p:nvSpPr>
          <p:spPr>
            <a:xfrm>
              <a:off x="5291064" y="2842590"/>
              <a:ext cx="1763688" cy="891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0" name="Freeform 8"/>
          <p:cNvSpPr>
            <a:spLocks noEditPoints="1"/>
          </p:cNvSpPr>
          <p:nvPr/>
        </p:nvSpPr>
        <p:spPr bwMode="auto">
          <a:xfrm>
            <a:off x="1065213" y="1618162"/>
            <a:ext cx="184150" cy="184207"/>
          </a:xfrm>
          <a:custGeom>
            <a:avLst/>
            <a:gdLst>
              <a:gd name="T0" fmla="*/ 10 w 66"/>
              <a:gd name="T1" fmla="*/ 57 h 66"/>
              <a:gd name="T2" fmla="*/ 9 w 66"/>
              <a:gd name="T3" fmla="*/ 64 h 66"/>
              <a:gd name="T4" fmla="*/ 7 w 66"/>
              <a:gd name="T5" fmla="*/ 57 h 66"/>
              <a:gd name="T6" fmla="*/ 12 w 66"/>
              <a:gd name="T7" fmla="*/ 52 h 66"/>
              <a:gd name="T8" fmla="*/ 53 w 66"/>
              <a:gd name="T9" fmla="*/ 12 h 66"/>
              <a:gd name="T10" fmla="*/ 57 w 66"/>
              <a:gd name="T11" fmla="*/ 2 h 66"/>
              <a:gd name="T12" fmla="*/ 59 w 66"/>
              <a:gd name="T13" fmla="*/ 10 h 66"/>
              <a:gd name="T14" fmla="*/ 57 w 66"/>
              <a:gd name="T15" fmla="*/ 12 h 66"/>
              <a:gd name="T16" fmla="*/ 56 w 66"/>
              <a:gd name="T17" fmla="*/ 13 h 66"/>
              <a:gd name="T18" fmla="*/ 54 w 66"/>
              <a:gd name="T19" fmla="*/ 14 h 66"/>
              <a:gd name="T20" fmla="*/ 56 w 66"/>
              <a:gd name="T21" fmla="*/ 21 h 66"/>
              <a:gd name="T22" fmla="*/ 53 w 66"/>
              <a:gd name="T23" fmla="*/ 16 h 66"/>
              <a:gd name="T24" fmla="*/ 43 w 66"/>
              <a:gd name="T25" fmla="*/ 25 h 66"/>
              <a:gd name="T26" fmla="*/ 46 w 66"/>
              <a:gd name="T27" fmla="*/ 31 h 66"/>
              <a:gd name="T28" fmla="*/ 35 w 66"/>
              <a:gd name="T29" fmla="*/ 33 h 66"/>
              <a:gd name="T30" fmla="*/ 38 w 66"/>
              <a:gd name="T31" fmla="*/ 39 h 66"/>
              <a:gd name="T32" fmla="*/ 27 w 66"/>
              <a:gd name="T33" fmla="*/ 41 h 66"/>
              <a:gd name="T34" fmla="*/ 29 w 66"/>
              <a:gd name="T35" fmla="*/ 48 h 66"/>
              <a:gd name="T36" fmla="*/ 16 w 66"/>
              <a:gd name="T37" fmla="*/ 52 h 66"/>
              <a:gd name="T38" fmla="*/ 21 w 66"/>
              <a:gd name="T39" fmla="*/ 56 h 66"/>
              <a:gd name="T40" fmla="*/ 14 w 66"/>
              <a:gd name="T41" fmla="*/ 54 h 66"/>
              <a:gd name="T42" fmla="*/ 13 w 66"/>
              <a:gd name="T43" fmla="*/ 55 h 66"/>
              <a:gd name="T44" fmla="*/ 16 w 66"/>
              <a:gd name="T45" fmla="*/ 61 h 66"/>
              <a:gd name="T46" fmla="*/ 32 w 66"/>
              <a:gd name="T47" fmla="*/ 17 h 66"/>
              <a:gd name="T48" fmla="*/ 25 w 66"/>
              <a:gd name="T49" fmla="*/ 24 h 66"/>
              <a:gd name="T50" fmla="*/ 39 w 66"/>
              <a:gd name="T51" fmla="*/ 26 h 66"/>
              <a:gd name="T52" fmla="*/ 29 w 66"/>
              <a:gd name="T53" fmla="*/ 8 h 66"/>
              <a:gd name="T54" fmla="*/ 16 w 66"/>
              <a:gd name="T55" fmla="*/ 15 h 66"/>
              <a:gd name="T56" fmla="*/ 31 w 66"/>
              <a:gd name="T57" fmla="*/ 16 h 66"/>
              <a:gd name="T58" fmla="*/ 33 w 66"/>
              <a:gd name="T59" fmla="*/ 13 h 66"/>
              <a:gd name="T60" fmla="*/ 45 w 66"/>
              <a:gd name="T61" fmla="*/ 10 h 66"/>
              <a:gd name="T62" fmla="*/ 35 w 66"/>
              <a:gd name="T63" fmla="*/ 17 h 66"/>
              <a:gd name="T64" fmla="*/ 50 w 66"/>
              <a:gd name="T65" fmla="*/ 15 h 66"/>
              <a:gd name="T66" fmla="*/ 36 w 66"/>
              <a:gd name="T67" fmla="*/ 15 h 66"/>
              <a:gd name="T68" fmla="*/ 14 w 66"/>
              <a:gd name="T69" fmla="*/ 32 h 66"/>
              <a:gd name="T70" fmla="*/ 21 w 66"/>
              <a:gd name="T71" fmla="*/ 23 h 66"/>
              <a:gd name="T72" fmla="*/ 7 w 66"/>
              <a:gd name="T73" fmla="*/ 28 h 66"/>
              <a:gd name="T74" fmla="*/ 10 w 66"/>
              <a:gd name="T75" fmla="*/ 46 h 66"/>
              <a:gd name="T76" fmla="*/ 13 w 66"/>
              <a:gd name="T77" fmla="*/ 34 h 66"/>
              <a:gd name="T78" fmla="*/ 17 w 66"/>
              <a:gd name="T79" fmla="*/ 34 h 66"/>
              <a:gd name="T80" fmla="*/ 31 w 66"/>
              <a:gd name="T81" fmla="*/ 34 h 66"/>
              <a:gd name="T82" fmla="*/ 22 w 66"/>
              <a:gd name="T83" fmla="*/ 25 h 66"/>
              <a:gd name="T84" fmla="*/ 23 w 66"/>
              <a:gd name="T85" fmla="*/ 41 h 66"/>
              <a:gd name="T86" fmla="*/ 13 w 66"/>
              <a:gd name="T87" fmla="*/ 50 h 66"/>
              <a:gd name="T88" fmla="*/ 23 w 66"/>
              <a:gd name="T89" fmla="*/ 41 h 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66" h="66">
                <a:moveTo>
                  <a:pt x="16" y="61"/>
                </a:moveTo>
                <a:cubicBezTo>
                  <a:pt x="14" y="60"/>
                  <a:pt x="13" y="59"/>
                  <a:pt x="11" y="57"/>
                </a:cubicBezTo>
                <a:cubicBezTo>
                  <a:pt x="11" y="57"/>
                  <a:pt x="11" y="57"/>
                  <a:pt x="10" y="57"/>
                </a:cubicBezTo>
                <a:cubicBezTo>
                  <a:pt x="10" y="58"/>
                  <a:pt x="10" y="58"/>
                  <a:pt x="10" y="58"/>
                </a:cubicBezTo>
                <a:cubicBezTo>
                  <a:pt x="9" y="58"/>
                  <a:pt x="9" y="59"/>
                  <a:pt x="9" y="59"/>
                </a:cubicBezTo>
                <a:cubicBezTo>
                  <a:pt x="10" y="61"/>
                  <a:pt x="10" y="63"/>
                  <a:pt x="9" y="64"/>
                </a:cubicBezTo>
                <a:cubicBezTo>
                  <a:pt x="7" y="66"/>
                  <a:pt x="4" y="66"/>
                  <a:pt x="2" y="64"/>
                </a:cubicBezTo>
                <a:cubicBezTo>
                  <a:pt x="0" y="63"/>
                  <a:pt x="0" y="60"/>
                  <a:pt x="2" y="58"/>
                </a:cubicBezTo>
                <a:cubicBezTo>
                  <a:pt x="3" y="56"/>
                  <a:pt x="6" y="56"/>
                  <a:pt x="7" y="57"/>
                </a:cubicBezTo>
                <a:cubicBezTo>
                  <a:pt x="8" y="57"/>
                  <a:pt x="8" y="57"/>
                  <a:pt x="8" y="57"/>
                </a:cubicBezTo>
                <a:cubicBezTo>
                  <a:pt x="9" y="55"/>
                  <a:pt x="11" y="54"/>
                  <a:pt x="12" y="53"/>
                </a:cubicBezTo>
                <a:cubicBezTo>
                  <a:pt x="12" y="53"/>
                  <a:pt x="12" y="52"/>
                  <a:pt x="12" y="52"/>
                </a:cubicBezTo>
                <a:cubicBezTo>
                  <a:pt x="2" y="41"/>
                  <a:pt x="2" y="24"/>
                  <a:pt x="13" y="13"/>
                </a:cubicBezTo>
                <a:cubicBezTo>
                  <a:pt x="24" y="2"/>
                  <a:pt x="41" y="3"/>
                  <a:pt x="52" y="12"/>
                </a:cubicBezTo>
                <a:cubicBezTo>
                  <a:pt x="52" y="12"/>
                  <a:pt x="53" y="12"/>
                  <a:pt x="53" y="12"/>
                </a:cubicBezTo>
                <a:cubicBezTo>
                  <a:pt x="56" y="9"/>
                  <a:pt x="56" y="9"/>
                  <a:pt x="56" y="9"/>
                </a:cubicBezTo>
                <a:cubicBezTo>
                  <a:pt x="57" y="8"/>
                  <a:pt x="57" y="8"/>
                  <a:pt x="57" y="8"/>
                </a:cubicBezTo>
                <a:cubicBezTo>
                  <a:pt x="56" y="6"/>
                  <a:pt x="56" y="4"/>
                  <a:pt x="57" y="2"/>
                </a:cubicBezTo>
                <a:cubicBezTo>
                  <a:pt x="59" y="0"/>
                  <a:pt x="62" y="0"/>
                  <a:pt x="64" y="2"/>
                </a:cubicBezTo>
                <a:cubicBezTo>
                  <a:pt x="66" y="4"/>
                  <a:pt x="66" y="7"/>
                  <a:pt x="64" y="9"/>
                </a:cubicBezTo>
                <a:cubicBezTo>
                  <a:pt x="63" y="10"/>
                  <a:pt x="60" y="11"/>
                  <a:pt x="59" y="10"/>
                </a:cubicBezTo>
                <a:cubicBezTo>
                  <a:pt x="58" y="10"/>
                  <a:pt x="58" y="10"/>
                  <a:pt x="58" y="10"/>
                </a:cubicBezTo>
                <a:cubicBezTo>
                  <a:pt x="57" y="11"/>
                  <a:pt x="57" y="11"/>
                  <a:pt x="57" y="11"/>
                </a:cubicBezTo>
                <a:cubicBezTo>
                  <a:pt x="57" y="11"/>
                  <a:pt x="57" y="11"/>
                  <a:pt x="57" y="12"/>
                </a:cubicBezTo>
                <a:cubicBezTo>
                  <a:pt x="58" y="13"/>
                  <a:pt x="60" y="15"/>
                  <a:pt x="61" y="16"/>
                </a:cubicBezTo>
                <a:cubicBezTo>
                  <a:pt x="59" y="18"/>
                  <a:pt x="59" y="18"/>
                  <a:pt x="59" y="18"/>
                </a:cubicBezTo>
                <a:cubicBezTo>
                  <a:pt x="58" y="16"/>
                  <a:pt x="57" y="15"/>
                  <a:pt x="56" y="13"/>
                </a:cubicBezTo>
                <a:cubicBezTo>
                  <a:pt x="56" y="13"/>
                  <a:pt x="55" y="13"/>
                  <a:pt x="55" y="13"/>
                </a:cubicBezTo>
                <a:cubicBezTo>
                  <a:pt x="55" y="13"/>
                  <a:pt x="55" y="13"/>
                  <a:pt x="55" y="13"/>
                </a:cubicBezTo>
                <a:cubicBezTo>
                  <a:pt x="54" y="14"/>
                  <a:pt x="54" y="14"/>
                  <a:pt x="54" y="14"/>
                </a:cubicBezTo>
                <a:cubicBezTo>
                  <a:pt x="54" y="14"/>
                  <a:pt x="54" y="14"/>
                  <a:pt x="54" y="15"/>
                </a:cubicBezTo>
                <a:cubicBezTo>
                  <a:pt x="55" y="16"/>
                  <a:pt x="57" y="18"/>
                  <a:pt x="57" y="19"/>
                </a:cubicBezTo>
                <a:cubicBezTo>
                  <a:pt x="56" y="21"/>
                  <a:pt x="56" y="21"/>
                  <a:pt x="56" y="21"/>
                </a:cubicBezTo>
                <a:cubicBezTo>
                  <a:pt x="56" y="21"/>
                  <a:pt x="56" y="21"/>
                  <a:pt x="56" y="21"/>
                </a:cubicBezTo>
                <a:cubicBezTo>
                  <a:pt x="53" y="23"/>
                  <a:pt x="53" y="23"/>
                  <a:pt x="53" y="23"/>
                </a:cubicBezTo>
                <a:cubicBezTo>
                  <a:pt x="54" y="21"/>
                  <a:pt x="54" y="18"/>
                  <a:pt x="53" y="16"/>
                </a:cubicBezTo>
                <a:cubicBezTo>
                  <a:pt x="53" y="16"/>
                  <a:pt x="52" y="16"/>
                  <a:pt x="52" y="16"/>
                </a:cubicBezTo>
                <a:cubicBezTo>
                  <a:pt x="52" y="16"/>
                  <a:pt x="52" y="16"/>
                  <a:pt x="51" y="16"/>
                </a:cubicBezTo>
                <a:cubicBezTo>
                  <a:pt x="43" y="25"/>
                  <a:pt x="43" y="25"/>
                  <a:pt x="43" y="25"/>
                </a:cubicBezTo>
                <a:cubicBezTo>
                  <a:pt x="43" y="25"/>
                  <a:pt x="43" y="25"/>
                  <a:pt x="43" y="25"/>
                </a:cubicBezTo>
                <a:cubicBezTo>
                  <a:pt x="43" y="26"/>
                  <a:pt x="45" y="28"/>
                  <a:pt x="47" y="29"/>
                </a:cubicBezTo>
                <a:cubicBezTo>
                  <a:pt x="46" y="31"/>
                  <a:pt x="46" y="31"/>
                  <a:pt x="46" y="31"/>
                </a:cubicBezTo>
                <a:cubicBezTo>
                  <a:pt x="44" y="30"/>
                  <a:pt x="43" y="29"/>
                  <a:pt x="42" y="27"/>
                </a:cubicBezTo>
                <a:cubicBezTo>
                  <a:pt x="41" y="27"/>
                  <a:pt x="41" y="27"/>
                  <a:pt x="40" y="27"/>
                </a:cubicBezTo>
                <a:cubicBezTo>
                  <a:pt x="35" y="33"/>
                  <a:pt x="35" y="33"/>
                  <a:pt x="35" y="33"/>
                </a:cubicBezTo>
                <a:cubicBezTo>
                  <a:pt x="35" y="33"/>
                  <a:pt x="35" y="34"/>
                  <a:pt x="35" y="34"/>
                </a:cubicBezTo>
                <a:cubicBezTo>
                  <a:pt x="39" y="38"/>
                  <a:pt x="39" y="38"/>
                  <a:pt x="39" y="38"/>
                </a:cubicBezTo>
                <a:cubicBezTo>
                  <a:pt x="38" y="39"/>
                  <a:pt x="38" y="39"/>
                  <a:pt x="38" y="39"/>
                </a:cubicBezTo>
                <a:cubicBezTo>
                  <a:pt x="34" y="35"/>
                  <a:pt x="34" y="35"/>
                  <a:pt x="34" y="35"/>
                </a:cubicBezTo>
                <a:cubicBezTo>
                  <a:pt x="33" y="35"/>
                  <a:pt x="33" y="35"/>
                  <a:pt x="32" y="35"/>
                </a:cubicBezTo>
                <a:cubicBezTo>
                  <a:pt x="27" y="41"/>
                  <a:pt x="27" y="41"/>
                  <a:pt x="27" y="41"/>
                </a:cubicBezTo>
                <a:cubicBezTo>
                  <a:pt x="27" y="41"/>
                  <a:pt x="27" y="42"/>
                  <a:pt x="27" y="42"/>
                </a:cubicBezTo>
                <a:cubicBezTo>
                  <a:pt x="28" y="43"/>
                  <a:pt x="30" y="45"/>
                  <a:pt x="31" y="46"/>
                </a:cubicBezTo>
                <a:cubicBezTo>
                  <a:pt x="29" y="48"/>
                  <a:pt x="29" y="48"/>
                  <a:pt x="29" y="48"/>
                </a:cubicBezTo>
                <a:cubicBezTo>
                  <a:pt x="28" y="46"/>
                  <a:pt x="27" y="45"/>
                  <a:pt x="26" y="43"/>
                </a:cubicBezTo>
                <a:cubicBezTo>
                  <a:pt x="25" y="43"/>
                  <a:pt x="25" y="43"/>
                  <a:pt x="24" y="43"/>
                </a:cubicBezTo>
                <a:cubicBezTo>
                  <a:pt x="16" y="52"/>
                  <a:pt x="16" y="52"/>
                  <a:pt x="16" y="52"/>
                </a:cubicBezTo>
                <a:cubicBezTo>
                  <a:pt x="16" y="52"/>
                  <a:pt x="16" y="53"/>
                  <a:pt x="16" y="53"/>
                </a:cubicBezTo>
                <a:cubicBezTo>
                  <a:pt x="18" y="54"/>
                  <a:pt x="21" y="54"/>
                  <a:pt x="23" y="54"/>
                </a:cubicBezTo>
                <a:cubicBezTo>
                  <a:pt x="21" y="56"/>
                  <a:pt x="21" y="56"/>
                  <a:pt x="21" y="56"/>
                </a:cubicBezTo>
                <a:cubicBezTo>
                  <a:pt x="21" y="56"/>
                  <a:pt x="21" y="56"/>
                  <a:pt x="21" y="56"/>
                </a:cubicBezTo>
                <a:cubicBezTo>
                  <a:pt x="19" y="58"/>
                  <a:pt x="19" y="58"/>
                  <a:pt x="19" y="58"/>
                </a:cubicBezTo>
                <a:cubicBezTo>
                  <a:pt x="17" y="57"/>
                  <a:pt x="16" y="56"/>
                  <a:pt x="14" y="54"/>
                </a:cubicBezTo>
                <a:cubicBezTo>
                  <a:pt x="14" y="54"/>
                  <a:pt x="14" y="54"/>
                  <a:pt x="13" y="55"/>
                </a:cubicBezTo>
                <a:cubicBezTo>
                  <a:pt x="13" y="55"/>
                  <a:pt x="13" y="55"/>
                  <a:pt x="13" y="55"/>
                </a:cubicBezTo>
                <a:cubicBezTo>
                  <a:pt x="13" y="55"/>
                  <a:pt x="13" y="55"/>
                  <a:pt x="13" y="55"/>
                </a:cubicBezTo>
                <a:cubicBezTo>
                  <a:pt x="13" y="56"/>
                  <a:pt x="13" y="56"/>
                  <a:pt x="13" y="56"/>
                </a:cubicBezTo>
                <a:cubicBezTo>
                  <a:pt x="14" y="57"/>
                  <a:pt x="16" y="58"/>
                  <a:pt x="17" y="59"/>
                </a:cubicBezTo>
                <a:lnTo>
                  <a:pt x="16" y="61"/>
                </a:lnTo>
                <a:close/>
                <a:moveTo>
                  <a:pt x="39" y="25"/>
                </a:moveTo>
                <a:cubicBezTo>
                  <a:pt x="37" y="22"/>
                  <a:pt x="35" y="20"/>
                  <a:pt x="33" y="18"/>
                </a:cubicBezTo>
                <a:cubicBezTo>
                  <a:pt x="33" y="17"/>
                  <a:pt x="33" y="17"/>
                  <a:pt x="32" y="17"/>
                </a:cubicBezTo>
                <a:cubicBezTo>
                  <a:pt x="30" y="19"/>
                  <a:pt x="27" y="21"/>
                  <a:pt x="25" y="23"/>
                </a:cubicBezTo>
                <a:cubicBezTo>
                  <a:pt x="25" y="23"/>
                  <a:pt x="25" y="23"/>
                  <a:pt x="25" y="23"/>
                </a:cubicBezTo>
                <a:cubicBezTo>
                  <a:pt x="25" y="24"/>
                  <a:pt x="25" y="24"/>
                  <a:pt x="25" y="24"/>
                </a:cubicBezTo>
                <a:cubicBezTo>
                  <a:pt x="32" y="31"/>
                  <a:pt x="32" y="31"/>
                  <a:pt x="32" y="31"/>
                </a:cubicBezTo>
                <a:cubicBezTo>
                  <a:pt x="33" y="32"/>
                  <a:pt x="33" y="32"/>
                  <a:pt x="34" y="31"/>
                </a:cubicBezTo>
                <a:cubicBezTo>
                  <a:pt x="39" y="26"/>
                  <a:pt x="39" y="26"/>
                  <a:pt x="39" y="26"/>
                </a:cubicBezTo>
                <a:cubicBezTo>
                  <a:pt x="39" y="26"/>
                  <a:pt x="39" y="25"/>
                  <a:pt x="39" y="25"/>
                </a:cubicBezTo>
                <a:close/>
                <a:moveTo>
                  <a:pt x="32" y="14"/>
                </a:moveTo>
                <a:cubicBezTo>
                  <a:pt x="31" y="12"/>
                  <a:pt x="30" y="10"/>
                  <a:pt x="29" y="8"/>
                </a:cubicBezTo>
                <a:cubicBezTo>
                  <a:pt x="29" y="8"/>
                  <a:pt x="29" y="7"/>
                  <a:pt x="28" y="8"/>
                </a:cubicBezTo>
                <a:cubicBezTo>
                  <a:pt x="24" y="8"/>
                  <a:pt x="19" y="10"/>
                  <a:pt x="16" y="13"/>
                </a:cubicBezTo>
                <a:cubicBezTo>
                  <a:pt x="15" y="14"/>
                  <a:pt x="15" y="14"/>
                  <a:pt x="16" y="15"/>
                </a:cubicBezTo>
                <a:cubicBezTo>
                  <a:pt x="23" y="21"/>
                  <a:pt x="23" y="21"/>
                  <a:pt x="23" y="21"/>
                </a:cubicBezTo>
                <a:cubicBezTo>
                  <a:pt x="23" y="22"/>
                  <a:pt x="23" y="22"/>
                  <a:pt x="24" y="21"/>
                </a:cubicBezTo>
                <a:cubicBezTo>
                  <a:pt x="26" y="19"/>
                  <a:pt x="29" y="17"/>
                  <a:pt x="31" y="16"/>
                </a:cubicBezTo>
                <a:cubicBezTo>
                  <a:pt x="32" y="15"/>
                  <a:pt x="32" y="15"/>
                  <a:pt x="32" y="14"/>
                </a:cubicBezTo>
                <a:close/>
                <a:moveTo>
                  <a:pt x="31" y="8"/>
                </a:moveTo>
                <a:cubicBezTo>
                  <a:pt x="32" y="10"/>
                  <a:pt x="32" y="12"/>
                  <a:pt x="33" y="13"/>
                </a:cubicBezTo>
                <a:cubicBezTo>
                  <a:pt x="34" y="14"/>
                  <a:pt x="34" y="14"/>
                  <a:pt x="34" y="14"/>
                </a:cubicBezTo>
                <a:cubicBezTo>
                  <a:pt x="38" y="12"/>
                  <a:pt x="42" y="11"/>
                  <a:pt x="45" y="11"/>
                </a:cubicBezTo>
                <a:cubicBezTo>
                  <a:pt x="45" y="11"/>
                  <a:pt x="46" y="10"/>
                  <a:pt x="45" y="10"/>
                </a:cubicBezTo>
                <a:cubicBezTo>
                  <a:pt x="41" y="8"/>
                  <a:pt x="37" y="7"/>
                  <a:pt x="32" y="7"/>
                </a:cubicBezTo>
                <a:cubicBezTo>
                  <a:pt x="31" y="7"/>
                  <a:pt x="31" y="8"/>
                  <a:pt x="31" y="8"/>
                </a:cubicBezTo>
                <a:close/>
                <a:moveTo>
                  <a:pt x="35" y="17"/>
                </a:moveTo>
                <a:cubicBezTo>
                  <a:pt x="37" y="19"/>
                  <a:pt x="38" y="21"/>
                  <a:pt x="40" y="23"/>
                </a:cubicBezTo>
                <a:cubicBezTo>
                  <a:pt x="41" y="24"/>
                  <a:pt x="41" y="24"/>
                  <a:pt x="42" y="23"/>
                </a:cubicBezTo>
                <a:cubicBezTo>
                  <a:pt x="50" y="15"/>
                  <a:pt x="50" y="15"/>
                  <a:pt x="50" y="15"/>
                </a:cubicBezTo>
                <a:cubicBezTo>
                  <a:pt x="50" y="15"/>
                  <a:pt x="50" y="14"/>
                  <a:pt x="50" y="14"/>
                </a:cubicBezTo>
                <a:cubicBezTo>
                  <a:pt x="50" y="14"/>
                  <a:pt x="50" y="14"/>
                  <a:pt x="50" y="14"/>
                </a:cubicBezTo>
                <a:cubicBezTo>
                  <a:pt x="46" y="11"/>
                  <a:pt x="40" y="13"/>
                  <a:pt x="36" y="15"/>
                </a:cubicBezTo>
                <a:cubicBezTo>
                  <a:pt x="35" y="16"/>
                  <a:pt x="35" y="16"/>
                  <a:pt x="35" y="17"/>
                </a:cubicBezTo>
                <a:close/>
                <a:moveTo>
                  <a:pt x="8" y="29"/>
                </a:moveTo>
                <a:cubicBezTo>
                  <a:pt x="10" y="30"/>
                  <a:pt x="12" y="31"/>
                  <a:pt x="14" y="32"/>
                </a:cubicBezTo>
                <a:cubicBezTo>
                  <a:pt x="15" y="32"/>
                  <a:pt x="15" y="32"/>
                  <a:pt x="15" y="32"/>
                </a:cubicBezTo>
                <a:cubicBezTo>
                  <a:pt x="17" y="29"/>
                  <a:pt x="19" y="26"/>
                  <a:pt x="21" y="24"/>
                </a:cubicBezTo>
                <a:cubicBezTo>
                  <a:pt x="21" y="24"/>
                  <a:pt x="21" y="23"/>
                  <a:pt x="21" y="23"/>
                </a:cubicBezTo>
                <a:cubicBezTo>
                  <a:pt x="14" y="16"/>
                  <a:pt x="14" y="16"/>
                  <a:pt x="14" y="16"/>
                </a:cubicBezTo>
                <a:cubicBezTo>
                  <a:pt x="14" y="16"/>
                  <a:pt x="14" y="16"/>
                  <a:pt x="13" y="16"/>
                </a:cubicBezTo>
                <a:cubicBezTo>
                  <a:pt x="10" y="20"/>
                  <a:pt x="8" y="24"/>
                  <a:pt x="7" y="28"/>
                </a:cubicBezTo>
                <a:cubicBezTo>
                  <a:pt x="7" y="29"/>
                  <a:pt x="7" y="29"/>
                  <a:pt x="8" y="29"/>
                </a:cubicBezTo>
                <a:close/>
                <a:moveTo>
                  <a:pt x="7" y="32"/>
                </a:moveTo>
                <a:cubicBezTo>
                  <a:pt x="7" y="37"/>
                  <a:pt x="8" y="41"/>
                  <a:pt x="10" y="46"/>
                </a:cubicBezTo>
                <a:cubicBezTo>
                  <a:pt x="10" y="46"/>
                  <a:pt x="10" y="46"/>
                  <a:pt x="10" y="45"/>
                </a:cubicBezTo>
                <a:cubicBezTo>
                  <a:pt x="10" y="42"/>
                  <a:pt x="12" y="38"/>
                  <a:pt x="13" y="35"/>
                </a:cubicBezTo>
                <a:cubicBezTo>
                  <a:pt x="14" y="34"/>
                  <a:pt x="14" y="34"/>
                  <a:pt x="13" y="34"/>
                </a:cubicBezTo>
                <a:cubicBezTo>
                  <a:pt x="11" y="33"/>
                  <a:pt x="10" y="32"/>
                  <a:pt x="8" y="31"/>
                </a:cubicBezTo>
                <a:cubicBezTo>
                  <a:pt x="7" y="31"/>
                  <a:pt x="7" y="32"/>
                  <a:pt x="7" y="32"/>
                </a:cubicBezTo>
                <a:close/>
                <a:moveTo>
                  <a:pt x="17" y="34"/>
                </a:moveTo>
                <a:cubicBezTo>
                  <a:pt x="20" y="35"/>
                  <a:pt x="22" y="37"/>
                  <a:pt x="24" y="39"/>
                </a:cubicBezTo>
                <a:cubicBezTo>
                  <a:pt x="25" y="40"/>
                  <a:pt x="25" y="40"/>
                  <a:pt x="26" y="39"/>
                </a:cubicBezTo>
                <a:cubicBezTo>
                  <a:pt x="31" y="34"/>
                  <a:pt x="31" y="34"/>
                  <a:pt x="31" y="34"/>
                </a:cubicBezTo>
                <a:cubicBezTo>
                  <a:pt x="31" y="34"/>
                  <a:pt x="31" y="33"/>
                  <a:pt x="31" y="33"/>
                </a:cubicBezTo>
                <a:cubicBezTo>
                  <a:pt x="24" y="25"/>
                  <a:pt x="24" y="25"/>
                  <a:pt x="24" y="25"/>
                </a:cubicBezTo>
                <a:cubicBezTo>
                  <a:pt x="23" y="25"/>
                  <a:pt x="23" y="25"/>
                  <a:pt x="22" y="25"/>
                </a:cubicBezTo>
                <a:cubicBezTo>
                  <a:pt x="20" y="28"/>
                  <a:pt x="18" y="30"/>
                  <a:pt x="17" y="33"/>
                </a:cubicBezTo>
                <a:cubicBezTo>
                  <a:pt x="17" y="33"/>
                  <a:pt x="17" y="33"/>
                  <a:pt x="17" y="34"/>
                </a:cubicBezTo>
                <a:close/>
                <a:moveTo>
                  <a:pt x="23" y="41"/>
                </a:moveTo>
                <a:cubicBezTo>
                  <a:pt x="21" y="39"/>
                  <a:pt x="19" y="37"/>
                  <a:pt x="16" y="36"/>
                </a:cubicBezTo>
                <a:cubicBezTo>
                  <a:pt x="16" y="35"/>
                  <a:pt x="15" y="35"/>
                  <a:pt x="15" y="36"/>
                </a:cubicBezTo>
                <a:cubicBezTo>
                  <a:pt x="13" y="40"/>
                  <a:pt x="11" y="46"/>
                  <a:pt x="13" y="50"/>
                </a:cubicBezTo>
                <a:cubicBezTo>
                  <a:pt x="13" y="51"/>
                  <a:pt x="14" y="51"/>
                  <a:pt x="15" y="50"/>
                </a:cubicBezTo>
                <a:cubicBezTo>
                  <a:pt x="23" y="42"/>
                  <a:pt x="23" y="42"/>
                  <a:pt x="23" y="42"/>
                </a:cubicBezTo>
                <a:cubicBezTo>
                  <a:pt x="23" y="42"/>
                  <a:pt x="23" y="41"/>
                  <a:pt x="23" y="4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43" name="Oval 11"/>
          <p:cNvSpPr>
            <a:spLocks noChangeArrowheads="1"/>
          </p:cNvSpPr>
          <p:nvPr/>
        </p:nvSpPr>
        <p:spPr bwMode="auto">
          <a:xfrm>
            <a:off x="4813301" y="2350225"/>
            <a:ext cx="466725" cy="46845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48" name="Oval 16"/>
          <p:cNvSpPr>
            <a:spLocks noChangeArrowheads="1"/>
          </p:cNvSpPr>
          <p:nvPr/>
        </p:nvSpPr>
        <p:spPr bwMode="auto">
          <a:xfrm>
            <a:off x="4813301" y="1505415"/>
            <a:ext cx="466725" cy="47004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51" name="Oval 19"/>
          <p:cNvSpPr>
            <a:spLocks noChangeArrowheads="1"/>
          </p:cNvSpPr>
          <p:nvPr/>
        </p:nvSpPr>
        <p:spPr bwMode="auto">
          <a:xfrm>
            <a:off x="923925" y="2350225"/>
            <a:ext cx="466725" cy="46845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54" name="Oval 22"/>
          <p:cNvSpPr>
            <a:spLocks noChangeArrowheads="1"/>
          </p:cNvSpPr>
          <p:nvPr/>
        </p:nvSpPr>
        <p:spPr bwMode="auto">
          <a:xfrm>
            <a:off x="923925" y="3191860"/>
            <a:ext cx="466725" cy="46845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60" name="Oval 28"/>
          <p:cNvSpPr>
            <a:spLocks noChangeArrowheads="1"/>
          </p:cNvSpPr>
          <p:nvPr/>
        </p:nvSpPr>
        <p:spPr bwMode="auto">
          <a:xfrm>
            <a:off x="4813301" y="3191860"/>
            <a:ext cx="466725" cy="46845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65" name="Rectangle 33"/>
          <p:cNvSpPr>
            <a:spLocks noChangeArrowheads="1"/>
          </p:cNvSpPr>
          <p:nvPr/>
        </p:nvSpPr>
        <p:spPr bwMode="auto">
          <a:xfrm>
            <a:off x="1501775" y="1299955"/>
            <a:ext cx="2808288" cy="7850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just">
              <a:lnSpc>
                <a:spcPct val="120000"/>
              </a:lnSpc>
              <a:spcBef>
                <a:spcPts val="500"/>
              </a:spcBef>
            </a:pP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</a:rPr>
              <a:t>输入与预处理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</a:endParaRPr>
          </a:p>
          <a:p>
            <a:pPr algn="just">
              <a:lnSpc>
                <a:spcPct val="120000"/>
              </a:lnSpc>
              <a:spcBef>
                <a:spcPts val="500"/>
              </a:spcBef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接收文本、代码、文档或源码输入，完成清洗、切分和类型识别。</a:t>
            </a:r>
          </a:p>
        </p:txBody>
      </p:sp>
      <p:sp>
        <p:nvSpPr>
          <p:cNvPr id="18466" name="Rectangle 34"/>
          <p:cNvSpPr>
            <a:spLocks noChangeArrowheads="1"/>
          </p:cNvSpPr>
          <p:nvPr/>
        </p:nvSpPr>
        <p:spPr bwMode="auto">
          <a:xfrm>
            <a:off x="1486662" y="2245140"/>
            <a:ext cx="2808288" cy="7850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just">
              <a:lnSpc>
                <a:spcPct val="120000"/>
              </a:lnSpc>
              <a:spcBef>
                <a:spcPts val="500"/>
              </a:spcBef>
            </a:pP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</a:rPr>
              <a:t>协同生成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</a:endParaRPr>
          </a:p>
          <a:p>
            <a:pPr algn="just">
              <a:lnSpc>
                <a:spcPct val="120000"/>
              </a:lnSpc>
              <a:spcBef>
                <a:spcPts val="500"/>
              </a:spcBef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产品经理生成用户故事，开发智能体补充可实现性与约束。</a:t>
            </a:r>
          </a:p>
        </p:txBody>
      </p:sp>
      <p:sp>
        <p:nvSpPr>
          <p:cNvPr id="18467" name="Rectangle 35"/>
          <p:cNvSpPr>
            <a:spLocks noChangeArrowheads="1"/>
          </p:cNvSpPr>
          <p:nvPr/>
        </p:nvSpPr>
        <p:spPr bwMode="auto">
          <a:xfrm>
            <a:off x="1495087" y="3142354"/>
            <a:ext cx="2808288" cy="7850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just">
              <a:lnSpc>
                <a:spcPct val="120000"/>
              </a:lnSpc>
              <a:spcBef>
                <a:spcPts val="500"/>
              </a:spcBef>
            </a:pP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</a:rPr>
              <a:t>反馈优化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</a:endParaRPr>
          </a:p>
          <a:p>
            <a:pPr algn="just">
              <a:lnSpc>
                <a:spcPct val="120000"/>
              </a:lnSpc>
              <a:spcBef>
                <a:spcPts val="500"/>
              </a:spcBef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将问题转化为结构化反馈，进行改写、补全、拆分或合并。</a:t>
            </a:r>
          </a:p>
        </p:txBody>
      </p:sp>
      <p:sp>
        <p:nvSpPr>
          <p:cNvPr id="18469" name="Rectangle 37"/>
          <p:cNvSpPr>
            <a:spLocks noChangeArrowheads="1"/>
          </p:cNvSpPr>
          <p:nvPr/>
        </p:nvSpPr>
        <p:spPr bwMode="auto">
          <a:xfrm>
            <a:off x="5389564" y="1270114"/>
            <a:ext cx="2808287" cy="7850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just">
              <a:lnSpc>
                <a:spcPct val="120000"/>
              </a:lnSpc>
              <a:spcBef>
                <a:spcPts val="500"/>
              </a:spcBef>
            </a:pP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</a:rPr>
              <a:t>需求解析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</a:endParaRPr>
          </a:p>
          <a:p>
            <a:pPr algn="just">
              <a:lnSpc>
                <a:spcPct val="120000"/>
              </a:lnSpc>
              <a:spcBef>
                <a:spcPts val="500"/>
              </a:spcBef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需求分析智能体提取角色、功能行为、业务目标和上下文信息。</a:t>
            </a:r>
          </a:p>
        </p:txBody>
      </p:sp>
      <p:sp>
        <p:nvSpPr>
          <p:cNvPr id="18470" name="Rectangle 38"/>
          <p:cNvSpPr>
            <a:spLocks noChangeArrowheads="1"/>
          </p:cNvSpPr>
          <p:nvPr/>
        </p:nvSpPr>
        <p:spPr bwMode="auto">
          <a:xfrm>
            <a:off x="5389564" y="2176857"/>
            <a:ext cx="2808287" cy="7850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just">
              <a:lnSpc>
                <a:spcPct val="120000"/>
              </a:lnSpc>
              <a:spcBef>
                <a:spcPts val="500"/>
              </a:spcBef>
            </a:pP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</a:rPr>
              <a:t>质量评估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</a:endParaRPr>
          </a:p>
          <a:p>
            <a:pPr algn="just">
              <a:lnSpc>
                <a:spcPct val="120000"/>
              </a:lnSpc>
              <a:spcBef>
                <a:spcPts val="500"/>
              </a:spcBef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测试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</a:rPr>
              <a:t>/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评估智能体根据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</a:rPr>
              <a:t>INVEST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原则输出评分与问题描述。</a:t>
            </a:r>
          </a:p>
        </p:txBody>
      </p:sp>
      <p:sp>
        <p:nvSpPr>
          <p:cNvPr id="18471" name="Rectangle 39"/>
          <p:cNvSpPr>
            <a:spLocks noChangeArrowheads="1"/>
          </p:cNvSpPr>
          <p:nvPr/>
        </p:nvSpPr>
        <p:spPr bwMode="auto">
          <a:xfrm>
            <a:off x="5389564" y="3190272"/>
            <a:ext cx="2808287" cy="7850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just">
              <a:lnSpc>
                <a:spcPct val="120000"/>
              </a:lnSpc>
              <a:spcBef>
                <a:spcPts val="500"/>
              </a:spcBef>
            </a:pP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</a:rPr>
              <a:t>展示导出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</a:endParaRPr>
          </a:p>
          <a:p>
            <a:pPr algn="just">
              <a:lnSpc>
                <a:spcPct val="120000"/>
              </a:lnSpc>
              <a:spcBef>
                <a:spcPts val="500"/>
              </a:spcBef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前端展示用户故事、评分图表、优化建议，并支持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</a:rPr>
              <a:t>PDF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导出。</a:t>
            </a:r>
          </a:p>
        </p:txBody>
      </p:sp>
      <p:sp>
        <p:nvSpPr>
          <p:cNvPr id="33" name="Rectangle 39"/>
          <p:cNvSpPr>
            <a:spLocks noChangeArrowheads="1"/>
          </p:cNvSpPr>
          <p:nvPr/>
        </p:nvSpPr>
        <p:spPr bwMode="auto">
          <a:xfrm>
            <a:off x="416159" y="278281"/>
            <a:ext cx="2778059" cy="307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buFont typeface="Arial" pitchFamily="34" charset="0"/>
              <a:buNone/>
            </a:pP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系统工作流程设计</a:t>
            </a:r>
          </a:p>
        </p:txBody>
      </p:sp>
      <p:grpSp>
        <p:nvGrpSpPr>
          <p:cNvPr id="34" name="组合 33"/>
          <p:cNvGrpSpPr/>
          <p:nvPr/>
        </p:nvGrpSpPr>
        <p:grpSpPr>
          <a:xfrm>
            <a:off x="416158" y="699542"/>
            <a:ext cx="899592" cy="56017"/>
            <a:chOff x="0" y="2842590"/>
            <a:chExt cx="7054752" cy="89199"/>
          </a:xfrm>
        </p:grpSpPr>
        <p:sp>
          <p:nvSpPr>
            <p:cNvPr id="35" name="矩形 34"/>
            <p:cNvSpPr/>
            <p:nvPr/>
          </p:nvSpPr>
          <p:spPr>
            <a:xfrm>
              <a:off x="0" y="2842590"/>
              <a:ext cx="1763688" cy="891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 35"/>
            <p:cNvSpPr/>
            <p:nvPr/>
          </p:nvSpPr>
          <p:spPr>
            <a:xfrm>
              <a:off x="1763688" y="2842590"/>
              <a:ext cx="1763688" cy="891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矩形 36"/>
            <p:cNvSpPr/>
            <p:nvPr/>
          </p:nvSpPr>
          <p:spPr>
            <a:xfrm>
              <a:off x="3527376" y="2842590"/>
              <a:ext cx="1763688" cy="8919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 37"/>
            <p:cNvSpPr/>
            <p:nvPr/>
          </p:nvSpPr>
          <p:spPr>
            <a:xfrm>
              <a:off x="5291064" y="2842590"/>
              <a:ext cx="1763688" cy="891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Oval 16">
            <a:extLst>
              <a:ext uri="{FF2B5EF4-FFF2-40B4-BE49-F238E27FC236}">
                <a16:creationId xmlns:a16="http://schemas.microsoft.com/office/drawing/2014/main" id="{67910966-4C85-4559-A1FD-88C8C966C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8213" y="1505415"/>
            <a:ext cx="466725" cy="47004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Rectangle 35">
            <a:extLst>
              <a:ext uri="{FF2B5EF4-FFF2-40B4-BE49-F238E27FC236}">
                <a16:creationId xmlns:a16="http://schemas.microsoft.com/office/drawing/2014/main" id="{2478D973-2041-5BA7-03E3-91BD70A52A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5213" y="1578595"/>
            <a:ext cx="250537" cy="273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just">
              <a:lnSpc>
                <a:spcPct val="120000"/>
              </a:lnSpc>
              <a:spcBef>
                <a:spcPts val="500"/>
              </a:spcBef>
            </a:pPr>
            <a:r>
              <a:rPr lang="en-US" altLang="zh-CN" sz="1600" dirty="0">
                <a:solidFill>
                  <a:schemeClr val="bg1"/>
                </a:solidFill>
              </a:rPr>
              <a:t>01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4" name="Rectangle 35">
            <a:extLst>
              <a:ext uri="{FF2B5EF4-FFF2-40B4-BE49-F238E27FC236}">
                <a16:creationId xmlns:a16="http://schemas.microsoft.com/office/drawing/2014/main" id="{608D5609-8CB2-D3C8-9323-4D26409AC1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0915" y="1578595"/>
            <a:ext cx="250537" cy="273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just">
              <a:lnSpc>
                <a:spcPct val="120000"/>
              </a:lnSpc>
              <a:spcBef>
                <a:spcPts val="500"/>
              </a:spcBef>
            </a:pPr>
            <a:r>
              <a:rPr lang="en-US" altLang="zh-CN" sz="1600" dirty="0">
                <a:solidFill>
                  <a:schemeClr val="bg1"/>
                </a:solidFill>
              </a:rPr>
              <a:t>02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5" name="Rectangle 35">
            <a:extLst>
              <a:ext uri="{FF2B5EF4-FFF2-40B4-BE49-F238E27FC236}">
                <a16:creationId xmlns:a16="http://schemas.microsoft.com/office/drawing/2014/main" id="{04D31901-A29E-1642-54C4-472E4DA38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6306" y="2452238"/>
            <a:ext cx="250537" cy="273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just">
              <a:lnSpc>
                <a:spcPct val="120000"/>
              </a:lnSpc>
              <a:spcBef>
                <a:spcPts val="500"/>
              </a:spcBef>
            </a:pPr>
            <a:r>
              <a:rPr lang="en-US" altLang="zh-CN" sz="1600" dirty="0">
                <a:solidFill>
                  <a:schemeClr val="bg1"/>
                </a:solidFill>
              </a:rPr>
              <a:t>03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Rectangle 35">
            <a:extLst>
              <a:ext uri="{FF2B5EF4-FFF2-40B4-BE49-F238E27FC236}">
                <a16:creationId xmlns:a16="http://schemas.microsoft.com/office/drawing/2014/main" id="{FEAC3A47-5969-2F33-FA69-3206026EF6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8990" y="2432830"/>
            <a:ext cx="250537" cy="273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just">
              <a:lnSpc>
                <a:spcPct val="120000"/>
              </a:lnSpc>
              <a:spcBef>
                <a:spcPts val="500"/>
              </a:spcBef>
            </a:pPr>
            <a:r>
              <a:rPr lang="en-US" altLang="zh-CN" sz="1600" dirty="0">
                <a:solidFill>
                  <a:schemeClr val="bg1"/>
                </a:solidFill>
              </a:rPr>
              <a:t>04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7" name="Rectangle 35">
            <a:extLst>
              <a:ext uri="{FF2B5EF4-FFF2-40B4-BE49-F238E27FC236}">
                <a16:creationId xmlns:a16="http://schemas.microsoft.com/office/drawing/2014/main" id="{3C716799-018A-775E-F81B-06A90A721D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6306" y="3261789"/>
            <a:ext cx="250537" cy="273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just">
              <a:lnSpc>
                <a:spcPct val="120000"/>
              </a:lnSpc>
              <a:spcBef>
                <a:spcPts val="500"/>
              </a:spcBef>
            </a:pPr>
            <a:r>
              <a:rPr lang="en-US" altLang="zh-CN" sz="1600" dirty="0">
                <a:solidFill>
                  <a:schemeClr val="bg1"/>
                </a:solidFill>
              </a:rPr>
              <a:t>05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8" name="Rectangle 35">
            <a:extLst>
              <a:ext uri="{FF2B5EF4-FFF2-40B4-BE49-F238E27FC236}">
                <a16:creationId xmlns:a16="http://schemas.microsoft.com/office/drawing/2014/main" id="{0E01849E-11D7-6D9E-1C5A-2C0F82A23C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0914" y="3266559"/>
            <a:ext cx="250537" cy="273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just">
              <a:lnSpc>
                <a:spcPct val="120000"/>
              </a:lnSpc>
              <a:spcBef>
                <a:spcPts val="500"/>
              </a:spcBef>
            </a:pPr>
            <a:r>
              <a:rPr lang="en-US" altLang="zh-CN" sz="1600" dirty="0">
                <a:solidFill>
                  <a:schemeClr val="bg1"/>
                </a:solidFill>
              </a:rPr>
              <a:t>06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/>
          <p:cNvSpPr/>
          <p:nvPr/>
        </p:nvSpPr>
        <p:spPr>
          <a:xfrm>
            <a:off x="4573570" y="2676794"/>
            <a:ext cx="1021433" cy="9877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indent="-17145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多来源生成 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  <a:p>
            <a:pPr marL="171450" indent="-17145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输出格式 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  <a:p>
            <a:pPr marL="171450" indent="-171450">
              <a:lnSpc>
                <a:spcPct val="150000"/>
              </a:lnSpc>
              <a:buFont typeface="Wingdings" pitchFamily="2" charset="2"/>
              <a:buChar char="ü"/>
            </a:pPr>
            <a:r>
              <a:rPr lang="en-US" altLang="zh-CN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INVEST</a:t>
            </a: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评价 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  <a:p>
            <a:pPr marL="171450" indent="-17145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轻量级优化</a:t>
            </a:r>
          </a:p>
        </p:txBody>
      </p:sp>
      <p:sp>
        <p:nvSpPr>
          <p:cNvPr id="39" name="矩形 38"/>
          <p:cNvSpPr/>
          <p:nvPr/>
        </p:nvSpPr>
        <p:spPr>
          <a:xfrm>
            <a:off x="5364088" y="2070506"/>
            <a:ext cx="216024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ln w="6350"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Impact" pitchFamily="34" charset="0"/>
                <a:ea typeface="微软雅黑" pitchFamily="34" charset="-122"/>
              </a:rPr>
              <a:t>生成与质量评估</a:t>
            </a:r>
          </a:p>
        </p:txBody>
      </p:sp>
      <p:sp>
        <p:nvSpPr>
          <p:cNvPr id="41" name="矩形 40"/>
          <p:cNvSpPr/>
          <p:nvPr/>
        </p:nvSpPr>
        <p:spPr>
          <a:xfrm>
            <a:off x="4573570" y="1790523"/>
            <a:ext cx="79051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4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04</a:t>
            </a:r>
            <a:endParaRPr lang="zh-CN" altLang="en-US" sz="44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0" y="2517744"/>
            <a:ext cx="9144000" cy="54006"/>
            <a:chOff x="2190216" y="0"/>
            <a:chExt cx="7128792" cy="108012"/>
          </a:xfrm>
        </p:grpSpPr>
        <p:sp>
          <p:nvSpPr>
            <p:cNvPr id="50" name="矩形 49"/>
            <p:cNvSpPr/>
            <p:nvPr/>
          </p:nvSpPr>
          <p:spPr>
            <a:xfrm>
              <a:off x="2190216" y="0"/>
              <a:ext cx="1188132" cy="10801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矩形 52"/>
            <p:cNvSpPr/>
            <p:nvPr/>
          </p:nvSpPr>
          <p:spPr>
            <a:xfrm>
              <a:off x="3378348" y="0"/>
              <a:ext cx="1188132" cy="10801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矩形 55"/>
            <p:cNvSpPr/>
            <p:nvPr/>
          </p:nvSpPr>
          <p:spPr>
            <a:xfrm>
              <a:off x="4566480" y="0"/>
              <a:ext cx="1188132" cy="10801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矩形 56"/>
            <p:cNvSpPr/>
            <p:nvPr/>
          </p:nvSpPr>
          <p:spPr>
            <a:xfrm>
              <a:off x="5754612" y="0"/>
              <a:ext cx="1188132" cy="10801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矩形 57"/>
            <p:cNvSpPr/>
            <p:nvPr/>
          </p:nvSpPr>
          <p:spPr>
            <a:xfrm>
              <a:off x="6942744" y="0"/>
              <a:ext cx="1188132" cy="10801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矩形 73"/>
            <p:cNvSpPr/>
            <p:nvPr/>
          </p:nvSpPr>
          <p:spPr>
            <a:xfrm>
              <a:off x="8130876" y="0"/>
              <a:ext cx="1188132" cy="108012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ine 10"/>
          <p:cNvSpPr>
            <a:spLocks noChangeShapeType="1"/>
          </p:cNvSpPr>
          <p:nvPr/>
        </p:nvSpPr>
        <p:spPr bwMode="auto">
          <a:xfrm flipV="1">
            <a:off x="1522064" y="2121656"/>
            <a:ext cx="0" cy="809875"/>
          </a:xfrm>
          <a:prstGeom prst="line">
            <a:avLst/>
          </a:prstGeom>
          <a:noFill/>
          <a:ln w="6350" cap="flat">
            <a:solidFill>
              <a:schemeClr val="bg1">
                <a:lumMod val="50000"/>
              </a:schemeClr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Line 11"/>
          <p:cNvSpPr>
            <a:spLocks noChangeShapeType="1"/>
          </p:cNvSpPr>
          <p:nvPr/>
        </p:nvSpPr>
        <p:spPr bwMode="auto">
          <a:xfrm flipV="1">
            <a:off x="2902471" y="2931531"/>
            <a:ext cx="0" cy="808287"/>
          </a:xfrm>
          <a:prstGeom prst="line">
            <a:avLst/>
          </a:prstGeom>
          <a:noFill/>
          <a:ln w="6350" cap="flat">
            <a:solidFill>
              <a:schemeClr val="bg1">
                <a:lumMod val="50000"/>
              </a:schemeClr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Line 12"/>
          <p:cNvSpPr>
            <a:spLocks noChangeShapeType="1"/>
          </p:cNvSpPr>
          <p:nvPr/>
        </p:nvSpPr>
        <p:spPr bwMode="auto">
          <a:xfrm flipV="1">
            <a:off x="5350743" y="2931531"/>
            <a:ext cx="0" cy="808287"/>
          </a:xfrm>
          <a:prstGeom prst="line">
            <a:avLst/>
          </a:prstGeom>
          <a:noFill/>
          <a:ln w="6350" cap="flat">
            <a:solidFill>
              <a:schemeClr val="bg1">
                <a:lumMod val="50000"/>
              </a:schemeClr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Line 13"/>
          <p:cNvSpPr>
            <a:spLocks noChangeShapeType="1"/>
          </p:cNvSpPr>
          <p:nvPr/>
        </p:nvSpPr>
        <p:spPr bwMode="auto">
          <a:xfrm flipV="1">
            <a:off x="4126607" y="2121656"/>
            <a:ext cx="0" cy="809875"/>
          </a:xfrm>
          <a:prstGeom prst="line">
            <a:avLst/>
          </a:prstGeom>
          <a:noFill/>
          <a:ln w="6350" cap="flat">
            <a:solidFill>
              <a:schemeClr val="bg1">
                <a:lumMod val="50000"/>
              </a:schemeClr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4" name="Line 14"/>
          <p:cNvSpPr>
            <a:spLocks noChangeShapeType="1"/>
          </p:cNvSpPr>
          <p:nvPr/>
        </p:nvSpPr>
        <p:spPr bwMode="auto">
          <a:xfrm flipV="1">
            <a:off x="6573292" y="2121656"/>
            <a:ext cx="0" cy="809875"/>
          </a:xfrm>
          <a:prstGeom prst="line">
            <a:avLst/>
          </a:prstGeom>
          <a:noFill/>
          <a:ln w="6350" cap="flat">
            <a:solidFill>
              <a:schemeClr val="bg1">
                <a:lumMod val="50000"/>
              </a:schemeClr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5" name="Oval 15"/>
          <p:cNvSpPr>
            <a:spLocks noChangeArrowheads="1"/>
          </p:cNvSpPr>
          <p:nvPr/>
        </p:nvSpPr>
        <p:spPr bwMode="auto">
          <a:xfrm>
            <a:off x="1283940" y="1885045"/>
            <a:ext cx="474663" cy="47480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6" name="Oval 16"/>
          <p:cNvSpPr>
            <a:spLocks noChangeArrowheads="1"/>
          </p:cNvSpPr>
          <p:nvPr/>
        </p:nvSpPr>
        <p:spPr bwMode="auto">
          <a:xfrm>
            <a:off x="3890071" y="1885045"/>
            <a:ext cx="473075" cy="47480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7" name="Oval 17"/>
          <p:cNvSpPr>
            <a:spLocks noChangeArrowheads="1"/>
          </p:cNvSpPr>
          <p:nvPr/>
        </p:nvSpPr>
        <p:spPr bwMode="auto">
          <a:xfrm>
            <a:off x="5111030" y="3501619"/>
            <a:ext cx="476250" cy="47798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9" name="Line 19"/>
          <p:cNvSpPr>
            <a:spLocks noChangeShapeType="1"/>
          </p:cNvSpPr>
          <p:nvPr/>
        </p:nvSpPr>
        <p:spPr bwMode="auto">
          <a:xfrm flipV="1">
            <a:off x="7799016" y="2931531"/>
            <a:ext cx="0" cy="808287"/>
          </a:xfrm>
          <a:prstGeom prst="line">
            <a:avLst/>
          </a:prstGeom>
          <a:noFill/>
          <a:ln w="6350" cap="flat">
            <a:solidFill>
              <a:schemeClr val="bg1">
                <a:lumMod val="50000"/>
              </a:schemeClr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0" name="Oval 20"/>
          <p:cNvSpPr>
            <a:spLocks noChangeArrowheads="1"/>
          </p:cNvSpPr>
          <p:nvPr/>
        </p:nvSpPr>
        <p:spPr bwMode="auto">
          <a:xfrm>
            <a:off x="7562479" y="3501619"/>
            <a:ext cx="473075" cy="47798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1" name="Oval 21"/>
          <p:cNvSpPr>
            <a:spLocks noChangeArrowheads="1"/>
          </p:cNvSpPr>
          <p:nvPr/>
        </p:nvSpPr>
        <p:spPr bwMode="auto">
          <a:xfrm>
            <a:off x="2665934" y="3501619"/>
            <a:ext cx="473075" cy="4779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2" name="Oval 22"/>
          <p:cNvSpPr>
            <a:spLocks noChangeArrowheads="1"/>
          </p:cNvSpPr>
          <p:nvPr/>
        </p:nvSpPr>
        <p:spPr bwMode="auto">
          <a:xfrm>
            <a:off x="6336756" y="1885045"/>
            <a:ext cx="473075" cy="47480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5" name="Freeform 5"/>
          <p:cNvSpPr/>
          <p:nvPr/>
        </p:nvSpPr>
        <p:spPr bwMode="auto">
          <a:xfrm>
            <a:off x="805770" y="2686880"/>
            <a:ext cx="1424666" cy="487714"/>
          </a:xfrm>
          <a:custGeom>
            <a:avLst/>
            <a:gdLst>
              <a:gd name="T0" fmla="*/ 490 w 591"/>
              <a:gd name="T1" fmla="*/ 0 h 202"/>
              <a:gd name="T2" fmla="*/ 101 w 591"/>
              <a:gd name="T3" fmla="*/ 0 h 202"/>
              <a:gd name="T4" fmla="*/ 0 w 591"/>
              <a:gd name="T5" fmla="*/ 101 h 202"/>
              <a:gd name="T6" fmla="*/ 101 w 591"/>
              <a:gd name="T7" fmla="*/ 202 h 202"/>
              <a:gd name="T8" fmla="*/ 490 w 591"/>
              <a:gd name="T9" fmla="*/ 202 h 202"/>
              <a:gd name="T10" fmla="*/ 591 w 591"/>
              <a:gd name="T11" fmla="*/ 101 h 202"/>
              <a:gd name="T12" fmla="*/ 490 w 591"/>
              <a:gd name="T13" fmla="*/ 0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91" h="202">
                <a:moveTo>
                  <a:pt x="490" y="0"/>
                </a:moveTo>
                <a:cubicBezTo>
                  <a:pt x="101" y="0"/>
                  <a:pt x="101" y="0"/>
                  <a:pt x="101" y="0"/>
                </a:cubicBezTo>
                <a:cubicBezTo>
                  <a:pt x="46" y="0"/>
                  <a:pt x="0" y="46"/>
                  <a:pt x="0" y="101"/>
                </a:cubicBezTo>
                <a:cubicBezTo>
                  <a:pt x="0" y="157"/>
                  <a:pt x="46" y="202"/>
                  <a:pt x="101" y="202"/>
                </a:cubicBezTo>
                <a:cubicBezTo>
                  <a:pt x="490" y="202"/>
                  <a:pt x="490" y="202"/>
                  <a:pt x="490" y="202"/>
                </a:cubicBezTo>
                <a:cubicBezTo>
                  <a:pt x="546" y="202"/>
                  <a:pt x="591" y="157"/>
                  <a:pt x="591" y="101"/>
                </a:cubicBezTo>
                <a:cubicBezTo>
                  <a:pt x="591" y="46"/>
                  <a:pt x="546" y="0"/>
                  <a:pt x="4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Freeform 6"/>
          <p:cNvSpPr/>
          <p:nvPr/>
        </p:nvSpPr>
        <p:spPr bwMode="auto">
          <a:xfrm>
            <a:off x="2379595" y="2686880"/>
            <a:ext cx="1045752" cy="487714"/>
          </a:xfrm>
          <a:custGeom>
            <a:avLst/>
            <a:gdLst>
              <a:gd name="T0" fmla="*/ 334 w 434"/>
              <a:gd name="T1" fmla="*/ 0 h 202"/>
              <a:gd name="T2" fmla="*/ 0 w 434"/>
              <a:gd name="T3" fmla="*/ 0 h 202"/>
              <a:gd name="T4" fmla="*/ 60 w 434"/>
              <a:gd name="T5" fmla="*/ 101 h 202"/>
              <a:gd name="T6" fmla="*/ 0 w 434"/>
              <a:gd name="T7" fmla="*/ 202 h 202"/>
              <a:gd name="T8" fmla="*/ 334 w 434"/>
              <a:gd name="T9" fmla="*/ 202 h 202"/>
              <a:gd name="T10" fmla="*/ 434 w 434"/>
              <a:gd name="T11" fmla="*/ 101 h 202"/>
              <a:gd name="T12" fmla="*/ 334 w 434"/>
              <a:gd name="T13" fmla="*/ 0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34" h="202">
                <a:moveTo>
                  <a:pt x="334" y="0"/>
                </a:moveTo>
                <a:cubicBezTo>
                  <a:pt x="0" y="0"/>
                  <a:pt x="0" y="0"/>
                  <a:pt x="0" y="0"/>
                </a:cubicBezTo>
                <a:cubicBezTo>
                  <a:pt x="36" y="20"/>
                  <a:pt x="60" y="58"/>
                  <a:pt x="60" y="101"/>
                </a:cubicBezTo>
                <a:cubicBezTo>
                  <a:pt x="60" y="145"/>
                  <a:pt x="36" y="183"/>
                  <a:pt x="0" y="202"/>
                </a:cubicBezTo>
                <a:cubicBezTo>
                  <a:pt x="334" y="202"/>
                  <a:pt x="334" y="202"/>
                  <a:pt x="334" y="202"/>
                </a:cubicBezTo>
                <a:cubicBezTo>
                  <a:pt x="389" y="202"/>
                  <a:pt x="434" y="157"/>
                  <a:pt x="434" y="101"/>
                </a:cubicBezTo>
                <a:cubicBezTo>
                  <a:pt x="434" y="46"/>
                  <a:pt x="389" y="0"/>
                  <a:pt x="33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Freeform 7"/>
          <p:cNvSpPr/>
          <p:nvPr/>
        </p:nvSpPr>
        <p:spPr bwMode="auto">
          <a:xfrm>
            <a:off x="3603732" y="2686880"/>
            <a:ext cx="1045752" cy="487714"/>
          </a:xfrm>
          <a:custGeom>
            <a:avLst/>
            <a:gdLst>
              <a:gd name="T0" fmla="*/ 333 w 434"/>
              <a:gd name="T1" fmla="*/ 0 h 202"/>
              <a:gd name="T2" fmla="*/ 0 w 434"/>
              <a:gd name="T3" fmla="*/ 0 h 202"/>
              <a:gd name="T4" fmla="*/ 60 w 434"/>
              <a:gd name="T5" fmla="*/ 101 h 202"/>
              <a:gd name="T6" fmla="*/ 0 w 434"/>
              <a:gd name="T7" fmla="*/ 202 h 202"/>
              <a:gd name="T8" fmla="*/ 333 w 434"/>
              <a:gd name="T9" fmla="*/ 202 h 202"/>
              <a:gd name="T10" fmla="*/ 434 w 434"/>
              <a:gd name="T11" fmla="*/ 101 h 202"/>
              <a:gd name="T12" fmla="*/ 333 w 434"/>
              <a:gd name="T13" fmla="*/ 0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34" h="202">
                <a:moveTo>
                  <a:pt x="333" y="0"/>
                </a:moveTo>
                <a:cubicBezTo>
                  <a:pt x="0" y="0"/>
                  <a:pt x="0" y="0"/>
                  <a:pt x="0" y="0"/>
                </a:cubicBezTo>
                <a:cubicBezTo>
                  <a:pt x="35" y="20"/>
                  <a:pt x="60" y="58"/>
                  <a:pt x="60" y="101"/>
                </a:cubicBezTo>
                <a:cubicBezTo>
                  <a:pt x="60" y="145"/>
                  <a:pt x="35" y="183"/>
                  <a:pt x="0" y="202"/>
                </a:cubicBezTo>
                <a:cubicBezTo>
                  <a:pt x="333" y="202"/>
                  <a:pt x="333" y="202"/>
                  <a:pt x="333" y="202"/>
                </a:cubicBezTo>
                <a:cubicBezTo>
                  <a:pt x="389" y="202"/>
                  <a:pt x="434" y="157"/>
                  <a:pt x="434" y="101"/>
                </a:cubicBezTo>
                <a:cubicBezTo>
                  <a:pt x="434" y="46"/>
                  <a:pt x="389" y="0"/>
                  <a:pt x="33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8"/>
          <p:cNvSpPr/>
          <p:nvPr/>
        </p:nvSpPr>
        <p:spPr bwMode="auto">
          <a:xfrm>
            <a:off x="4824921" y="2686880"/>
            <a:ext cx="1048468" cy="487714"/>
          </a:xfrm>
          <a:custGeom>
            <a:avLst/>
            <a:gdLst>
              <a:gd name="T0" fmla="*/ 334 w 435"/>
              <a:gd name="T1" fmla="*/ 0 h 202"/>
              <a:gd name="T2" fmla="*/ 0 w 435"/>
              <a:gd name="T3" fmla="*/ 0 h 202"/>
              <a:gd name="T4" fmla="*/ 60 w 435"/>
              <a:gd name="T5" fmla="*/ 101 h 202"/>
              <a:gd name="T6" fmla="*/ 0 w 435"/>
              <a:gd name="T7" fmla="*/ 202 h 202"/>
              <a:gd name="T8" fmla="*/ 334 w 435"/>
              <a:gd name="T9" fmla="*/ 202 h 202"/>
              <a:gd name="T10" fmla="*/ 435 w 435"/>
              <a:gd name="T11" fmla="*/ 101 h 202"/>
              <a:gd name="T12" fmla="*/ 334 w 435"/>
              <a:gd name="T13" fmla="*/ 0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35" h="202">
                <a:moveTo>
                  <a:pt x="334" y="0"/>
                </a:moveTo>
                <a:cubicBezTo>
                  <a:pt x="0" y="0"/>
                  <a:pt x="0" y="0"/>
                  <a:pt x="0" y="0"/>
                </a:cubicBezTo>
                <a:cubicBezTo>
                  <a:pt x="36" y="20"/>
                  <a:pt x="60" y="58"/>
                  <a:pt x="60" y="101"/>
                </a:cubicBezTo>
                <a:cubicBezTo>
                  <a:pt x="60" y="145"/>
                  <a:pt x="36" y="183"/>
                  <a:pt x="0" y="202"/>
                </a:cubicBezTo>
                <a:cubicBezTo>
                  <a:pt x="334" y="202"/>
                  <a:pt x="334" y="202"/>
                  <a:pt x="334" y="202"/>
                </a:cubicBezTo>
                <a:cubicBezTo>
                  <a:pt x="390" y="202"/>
                  <a:pt x="435" y="157"/>
                  <a:pt x="435" y="101"/>
                </a:cubicBezTo>
                <a:cubicBezTo>
                  <a:pt x="435" y="46"/>
                  <a:pt x="390" y="0"/>
                  <a:pt x="3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9"/>
          <p:cNvSpPr/>
          <p:nvPr/>
        </p:nvSpPr>
        <p:spPr bwMode="auto">
          <a:xfrm>
            <a:off x="6050646" y="2686880"/>
            <a:ext cx="1048468" cy="487714"/>
          </a:xfrm>
          <a:custGeom>
            <a:avLst/>
            <a:gdLst>
              <a:gd name="T0" fmla="*/ 334 w 435"/>
              <a:gd name="T1" fmla="*/ 0 h 202"/>
              <a:gd name="T2" fmla="*/ 0 w 435"/>
              <a:gd name="T3" fmla="*/ 0 h 202"/>
              <a:gd name="T4" fmla="*/ 60 w 435"/>
              <a:gd name="T5" fmla="*/ 101 h 202"/>
              <a:gd name="T6" fmla="*/ 0 w 435"/>
              <a:gd name="T7" fmla="*/ 202 h 202"/>
              <a:gd name="T8" fmla="*/ 334 w 435"/>
              <a:gd name="T9" fmla="*/ 202 h 202"/>
              <a:gd name="T10" fmla="*/ 435 w 435"/>
              <a:gd name="T11" fmla="*/ 101 h 202"/>
              <a:gd name="T12" fmla="*/ 334 w 435"/>
              <a:gd name="T13" fmla="*/ 0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35" h="202">
                <a:moveTo>
                  <a:pt x="334" y="0"/>
                </a:moveTo>
                <a:cubicBezTo>
                  <a:pt x="0" y="0"/>
                  <a:pt x="0" y="0"/>
                  <a:pt x="0" y="0"/>
                </a:cubicBezTo>
                <a:cubicBezTo>
                  <a:pt x="36" y="20"/>
                  <a:pt x="60" y="58"/>
                  <a:pt x="60" y="101"/>
                </a:cubicBezTo>
                <a:cubicBezTo>
                  <a:pt x="60" y="145"/>
                  <a:pt x="36" y="183"/>
                  <a:pt x="0" y="202"/>
                </a:cubicBezTo>
                <a:cubicBezTo>
                  <a:pt x="334" y="202"/>
                  <a:pt x="334" y="202"/>
                  <a:pt x="334" y="202"/>
                </a:cubicBezTo>
                <a:cubicBezTo>
                  <a:pt x="389" y="202"/>
                  <a:pt x="435" y="157"/>
                  <a:pt x="435" y="101"/>
                </a:cubicBezTo>
                <a:cubicBezTo>
                  <a:pt x="435" y="46"/>
                  <a:pt x="389" y="0"/>
                  <a:pt x="334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8" name="Freeform 18"/>
          <p:cNvSpPr/>
          <p:nvPr/>
        </p:nvSpPr>
        <p:spPr bwMode="auto">
          <a:xfrm>
            <a:off x="7276140" y="2686880"/>
            <a:ext cx="1045752" cy="487714"/>
          </a:xfrm>
          <a:custGeom>
            <a:avLst/>
            <a:gdLst>
              <a:gd name="T0" fmla="*/ 333 w 434"/>
              <a:gd name="T1" fmla="*/ 0 h 202"/>
              <a:gd name="T2" fmla="*/ 0 w 434"/>
              <a:gd name="T3" fmla="*/ 0 h 202"/>
              <a:gd name="T4" fmla="*/ 60 w 434"/>
              <a:gd name="T5" fmla="*/ 101 h 202"/>
              <a:gd name="T6" fmla="*/ 0 w 434"/>
              <a:gd name="T7" fmla="*/ 202 h 202"/>
              <a:gd name="T8" fmla="*/ 333 w 434"/>
              <a:gd name="T9" fmla="*/ 202 h 202"/>
              <a:gd name="T10" fmla="*/ 434 w 434"/>
              <a:gd name="T11" fmla="*/ 101 h 202"/>
              <a:gd name="T12" fmla="*/ 333 w 434"/>
              <a:gd name="T13" fmla="*/ 0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34" h="202">
                <a:moveTo>
                  <a:pt x="333" y="0"/>
                </a:moveTo>
                <a:cubicBezTo>
                  <a:pt x="0" y="0"/>
                  <a:pt x="0" y="0"/>
                  <a:pt x="0" y="0"/>
                </a:cubicBezTo>
                <a:cubicBezTo>
                  <a:pt x="35" y="20"/>
                  <a:pt x="60" y="58"/>
                  <a:pt x="60" y="101"/>
                </a:cubicBezTo>
                <a:cubicBezTo>
                  <a:pt x="60" y="145"/>
                  <a:pt x="35" y="183"/>
                  <a:pt x="0" y="202"/>
                </a:cubicBezTo>
                <a:cubicBezTo>
                  <a:pt x="333" y="202"/>
                  <a:pt x="333" y="202"/>
                  <a:pt x="333" y="202"/>
                </a:cubicBezTo>
                <a:cubicBezTo>
                  <a:pt x="389" y="202"/>
                  <a:pt x="434" y="157"/>
                  <a:pt x="434" y="101"/>
                </a:cubicBezTo>
                <a:cubicBezTo>
                  <a:pt x="434" y="46"/>
                  <a:pt x="389" y="0"/>
                  <a:pt x="33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3" name="Freeform 10"/>
          <p:cNvSpPr>
            <a:spLocks noEditPoints="1"/>
          </p:cNvSpPr>
          <p:nvPr/>
        </p:nvSpPr>
        <p:spPr bwMode="auto">
          <a:xfrm>
            <a:off x="1433164" y="2002962"/>
            <a:ext cx="177800" cy="238974"/>
          </a:xfrm>
          <a:custGeom>
            <a:avLst/>
            <a:gdLst>
              <a:gd name="T0" fmla="*/ 96 w 145"/>
              <a:gd name="T1" fmla="*/ 71 h 195"/>
              <a:gd name="T2" fmla="*/ 72 w 145"/>
              <a:gd name="T3" fmla="*/ 81 h 195"/>
              <a:gd name="T4" fmla="*/ 60 w 145"/>
              <a:gd name="T5" fmla="*/ 79 h 195"/>
              <a:gd name="T6" fmla="*/ 49 w 145"/>
              <a:gd name="T7" fmla="*/ 71 h 195"/>
              <a:gd name="T8" fmla="*/ 43 w 145"/>
              <a:gd name="T9" fmla="*/ 71 h 195"/>
              <a:gd name="T10" fmla="*/ 43 w 145"/>
              <a:gd name="T11" fmla="*/ 78 h 195"/>
              <a:gd name="T12" fmla="*/ 56 w 145"/>
              <a:gd name="T13" fmla="*/ 87 h 195"/>
              <a:gd name="T14" fmla="*/ 72 w 145"/>
              <a:gd name="T15" fmla="*/ 90 h 195"/>
              <a:gd name="T16" fmla="*/ 102 w 145"/>
              <a:gd name="T17" fmla="*/ 78 h 195"/>
              <a:gd name="T18" fmla="*/ 102 w 145"/>
              <a:gd name="T19" fmla="*/ 71 h 195"/>
              <a:gd name="T20" fmla="*/ 96 w 145"/>
              <a:gd name="T21" fmla="*/ 71 h 195"/>
              <a:gd name="T22" fmla="*/ 106 w 145"/>
              <a:gd name="T23" fmla="*/ 170 h 195"/>
              <a:gd name="T24" fmla="*/ 106 w 145"/>
              <a:gd name="T25" fmla="*/ 170 h 195"/>
              <a:gd name="T26" fmla="*/ 39 w 145"/>
              <a:gd name="T27" fmla="*/ 170 h 195"/>
              <a:gd name="T28" fmla="*/ 34 w 145"/>
              <a:gd name="T29" fmla="*/ 174 h 195"/>
              <a:gd name="T30" fmla="*/ 39 w 145"/>
              <a:gd name="T31" fmla="*/ 179 h 195"/>
              <a:gd name="T32" fmla="*/ 106 w 145"/>
              <a:gd name="T33" fmla="*/ 179 h 195"/>
              <a:gd name="T34" fmla="*/ 111 w 145"/>
              <a:gd name="T35" fmla="*/ 174 h 195"/>
              <a:gd name="T36" fmla="*/ 106 w 145"/>
              <a:gd name="T37" fmla="*/ 170 h 195"/>
              <a:gd name="T38" fmla="*/ 145 w 145"/>
              <a:gd name="T39" fmla="*/ 75 h 195"/>
              <a:gd name="T40" fmla="*/ 145 w 145"/>
              <a:gd name="T41" fmla="*/ 75 h 195"/>
              <a:gd name="T42" fmla="*/ 124 w 145"/>
              <a:gd name="T43" fmla="*/ 22 h 195"/>
              <a:gd name="T44" fmla="*/ 72 w 145"/>
              <a:gd name="T45" fmla="*/ 0 h 195"/>
              <a:gd name="T46" fmla="*/ 21 w 145"/>
              <a:gd name="T47" fmla="*/ 22 h 195"/>
              <a:gd name="T48" fmla="*/ 0 w 145"/>
              <a:gd name="T49" fmla="*/ 75 h 195"/>
              <a:gd name="T50" fmla="*/ 9 w 145"/>
              <a:gd name="T51" fmla="*/ 112 h 195"/>
              <a:gd name="T52" fmla="*/ 9 w 145"/>
              <a:gd name="T53" fmla="*/ 112 h 195"/>
              <a:gd name="T54" fmla="*/ 31 w 145"/>
              <a:gd name="T55" fmla="*/ 137 h 195"/>
              <a:gd name="T56" fmla="*/ 31 w 145"/>
              <a:gd name="T57" fmla="*/ 158 h 195"/>
              <a:gd name="T58" fmla="*/ 39 w 145"/>
              <a:gd name="T59" fmla="*/ 166 h 195"/>
              <a:gd name="T60" fmla="*/ 106 w 145"/>
              <a:gd name="T61" fmla="*/ 166 h 195"/>
              <a:gd name="T62" fmla="*/ 114 w 145"/>
              <a:gd name="T63" fmla="*/ 158 h 195"/>
              <a:gd name="T64" fmla="*/ 114 w 145"/>
              <a:gd name="T65" fmla="*/ 137 h 195"/>
              <a:gd name="T66" fmla="*/ 136 w 145"/>
              <a:gd name="T67" fmla="*/ 112 h 195"/>
              <a:gd name="T68" fmla="*/ 136 w 145"/>
              <a:gd name="T69" fmla="*/ 112 h 195"/>
              <a:gd name="T70" fmla="*/ 145 w 145"/>
              <a:gd name="T71" fmla="*/ 75 h 195"/>
              <a:gd name="T72" fmla="*/ 123 w 145"/>
              <a:gd name="T73" fmla="*/ 104 h 195"/>
              <a:gd name="T74" fmla="*/ 123 w 145"/>
              <a:gd name="T75" fmla="*/ 104 h 195"/>
              <a:gd name="T76" fmla="*/ 123 w 145"/>
              <a:gd name="T77" fmla="*/ 104 h 195"/>
              <a:gd name="T78" fmla="*/ 123 w 145"/>
              <a:gd name="T79" fmla="*/ 104 h 195"/>
              <a:gd name="T80" fmla="*/ 102 w 145"/>
              <a:gd name="T81" fmla="*/ 126 h 195"/>
              <a:gd name="T82" fmla="*/ 99 w 145"/>
              <a:gd name="T83" fmla="*/ 133 h 195"/>
              <a:gd name="T84" fmla="*/ 99 w 145"/>
              <a:gd name="T85" fmla="*/ 133 h 195"/>
              <a:gd name="T86" fmla="*/ 99 w 145"/>
              <a:gd name="T87" fmla="*/ 150 h 195"/>
              <a:gd name="T88" fmla="*/ 46 w 145"/>
              <a:gd name="T89" fmla="*/ 150 h 195"/>
              <a:gd name="T90" fmla="*/ 46 w 145"/>
              <a:gd name="T91" fmla="*/ 133 h 195"/>
              <a:gd name="T92" fmla="*/ 42 w 145"/>
              <a:gd name="T93" fmla="*/ 126 h 195"/>
              <a:gd name="T94" fmla="*/ 22 w 145"/>
              <a:gd name="T95" fmla="*/ 104 h 195"/>
              <a:gd name="T96" fmla="*/ 22 w 145"/>
              <a:gd name="T97" fmla="*/ 104 h 195"/>
              <a:gd name="T98" fmla="*/ 14 w 145"/>
              <a:gd name="T99" fmla="*/ 75 h 195"/>
              <a:gd name="T100" fmla="*/ 31 w 145"/>
              <a:gd name="T101" fmla="*/ 33 h 195"/>
              <a:gd name="T102" fmla="*/ 72 w 145"/>
              <a:gd name="T103" fmla="*/ 15 h 195"/>
              <a:gd name="T104" fmla="*/ 113 w 145"/>
              <a:gd name="T105" fmla="*/ 33 h 195"/>
              <a:gd name="T106" fmla="*/ 130 w 145"/>
              <a:gd name="T107" fmla="*/ 75 h 195"/>
              <a:gd name="T108" fmla="*/ 123 w 145"/>
              <a:gd name="T109" fmla="*/ 104 h 195"/>
              <a:gd name="T110" fmla="*/ 92 w 145"/>
              <a:gd name="T111" fmla="*/ 186 h 195"/>
              <a:gd name="T112" fmla="*/ 92 w 145"/>
              <a:gd name="T113" fmla="*/ 186 h 195"/>
              <a:gd name="T114" fmla="*/ 53 w 145"/>
              <a:gd name="T115" fmla="*/ 186 h 195"/>
              <a:gd name="T116" fmla="*/ 48 w 145"/>
              <a:gd name="T117" fmla="*/ 190 h 195"/>
              <a:gd name="T118" fmla="*/ 53 w 145"/>
              <a:gd name="T119" fmla="*/ 195 h 195"/>
              <a:gd name="T120" fmla="*/ 92 w 145"/>
              <a:gd name="T121" fmla="*/ 195 h 195"/>
              <a:gd name="T122" fmla="*/ 96 w 145"/>
              <a:gd name="T123" fmla="*/ 190 h 195"/>
              <a:gd name="T124" fmla="*/ 92 w 145"/>
              <a:gd name="T125" fmla="*/ 186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45" h="195">
                <a:moveTo>
                  <a:pt x="96" y="71"/>
                </a:moveTo>
                <a:cubicBezTo>
                  <a:pt x="90" y="77"/>
                  <a:pt x="82" y="81"/>
                  <a:pt x="72" y="81"/>
                </a:cubicBezTo>
                <a:cubicBezTo>
                  <a:pt x="68" y="81"/>
                  <a:pt x="63" y="80"/>
                  <a:pt x="60" y="79"/>
                </a:cubicBezTo>
                <a:cubicBezTo>
                  <a:pt x="56" y="77"/>
                  <a:pt x="52" y="74"/>
                  <a:pt x="49" y="71"/>
                </a:cubicBezTo>
                <a:cubicBezTo>
                  <a:pt x="47" y="69"/>
                  <a:pt x="44" y="69"/>
                  <a:pt x="43" y="71"/>
                </a:cubicBezTo>
                <a:cubicBezTo>
                  <a:pt x="41" y="73"/>
                  <a:pt x="41" y="76"/>
                  <a:pt x="43" y="78"/>
                </a:cubicBezTo>
                <a:cubicBezTo>
                  <a:pt x="46" y="82"/>
                  <a:pt x="51" y="85"/>
                  <a:pt x="56" y="87"/>
                </a:cubicBezTo>
                <a:cubicBezTo>
                  <a:pt x="61" y="89"/>
                  <a:pt x="67" y="90"/>
                  <a:pt x="72" y="90"/>
                </a:cubicBezTo>
                <a:cubicBezTo>
                  <a:pt x="84" y="90"/>
                  <a:pt x="95" y="85"/>
                  <a:pt x="102" y="78"/>
                </a:cubicBezTo>
                <a:cubicBezTo>
                  <a:pt x="104" y="76"/>
                  <a:pt x="104" y="73"/>
                  <a:pt x="102" y="71"/>
                </a:cubicBezTo>
                <a:cubicBezTo>
                  <a:pt x="100" y="69"/>
                  <a:pt x="98" y="69"/>
                  <a:pt x="96" y="71"/>
                </a:cubicBezTo>
                <a:close/>
                <a:moveTo>
                  <a:pt x="106" y="170"/>
                </a:moveTo>
                <a:cubicBezTo>
                  <a:pt x="106" y="170"/>
                  <a:pt x="106" y="170"/>
                  <a:pt x="106" y="170"/>
                </a:cubicBezTo>
                <a:cubicBezTo>
                  <a:pt x="39" y="170"/>
                  <a:pt x="39" y="170"/>
                  <a:pt x="39" y="170"/>
                </a:cubicBezTo>
                <a:cubicBezTo>
                  <a:pt x="36" y="170"/>
                  <a:pt x="34" y="172"/>
                  <a:pt x="34" y="174"/>
                </a:cubicBezTo>
                <a:cubicBezTo>
                  <a:pt x="34" y="177"/>
                  <a:pt x="36" y="179"/>
                  <a:pt x="39" y="179"/>
                </a:cubicBezTo>
                <a:cubicBezTo>
                  <a:pt x="106" y="179"/>
                  <a:pt x="106" y="179"/>
                  <a:pt x="106" y="179"/>
                </a:cubicBezTo>
                <a:cubicBezTo>
                  <a:pt x="109" y="179"/>
                  <a:pt x="111" y="177"/>
                  <a:pt x="111" y="174"/>
                </a:cubicBezTo>
                <a:cubicBezTo>
                  <a:pt x="111" y="172"/>
                  <a:pt x="109" y="170"/>
                  <a:pt x="106" y="170"/>
                </a:cubicBezTo>
                <a:close/>
                <a:moveTo>
                  <a:pt x="145" y="75"/>
                </a:moveTo>
                <a:cubicBezTo>
                  <a:pt x="145" y="75"/>
                  <a:pt x="145" y="75"/>
                  <a:pt x="145" y="75"/>
                </a:cubicBezTo>
                <a:cubicBezTo>
                  <a:pt x="145" y="54"/>
                  <a:pt x="137" y="36"/>
                  <a:pt x="124" y="22"/>
                </a:cubicBezTo>
                <a:cubicBezTo>
                  <a:pt x="111" y="9"/>
                  <a:pt x="92" y="0"/>
                  <a:pt x="72" y="0"/>
                </a:cubicBezTo>
                <a:cubicBezTo>
                  <a:pt x="52" y="0"/>
                  <a:pt x="34" y="9"/>
                  <a:pt x="21" y="22"/>
                </a:cubicBezTo>
                <a:cubicBezTo>
                  <a:pt x="8" y="36"/>
                  <a:pt x="0" y="54"/>
                  <a:pt x="0" y="75"/>
                </a:cubicBezTo>
                <a:cubicBezTo>
                  <a:pt x="0" y="88"/>
                  <a:pt x="3" y="101"/>
                  <a:pt x="9" y="112"/>
                </a:cubicBezTo>
                <a:cubicBezTo>
                  <a:pt x="9" y="112"/>
                  <a:pt x="9" y="112"/>
                  <a:pt x="9" y="112"/>
                </a:cubicBezTo>
                <a:cubicBezTo>
                  <a:pt x="14" y="122"/>
                  <a:pt x="22" y="130"/>
                  <a:pt x="31" y="137"/>
                </a:cubicBezTo>
                <a:cubicBezTo>
                  <a:pt x="31" y="158"/>
                  <a:pt x="31" y="158"/>
                  <a:pt x="31" y="158"/>
                </a:cubicBezTo>
                <a:cubicBezTo>
                  <a:pt x="31" y="162"/>
                  <a:pt x="34" y="166"/>
                  <a:pt x="39" y="166"/>
                </a:cubicBezTo>
                <a:cubicBezTo>
                  <a:pt x="106" y="166"/>
                  <a:pt x="106" y="166"/>
                  <a:pt x="106" y="166"/>
                </a:cubicBezTo>
                <a:cubicBezTo>
                  <a:pt x="110" y="166"/>
                  <a:pt x="114" y="162"/>
                  <a:pt x="114" y="158"/>
                </a:cubicBezTo>
                <a:cubicBezTo>
                  <a:pt x="114" y="137"/>
                  <a:pt x="114" y="137"/>
                  <a:pt x="114" y="137"/>
                </a:cubicBezTo>
                <a:cubicBezTo>
                  <a:pt x="123" y="130"/>
                  <a:pt x="130" y="122"/>
                  <a:pt x="136" y="112"/>
                </a:cubicBezTo>
                <a:cubicBezTo>
                  <a:pt x="136" y="112"/>
                  <a:pt x="136" y="112"/>
                  <a:pt x="136" y="112"/>
                </a:cubicBezTo>
                <a:cubicBezTo>
                  <a:pt x="142" y="101"/>
                  <a:pt x="145" y="88"/>
                  <a:pt x="145" y="75"/>
                </a:cubicBezTo>
                <a:close/>
                <a:moveTo>
                  <a:pt x="123" y="104"/>
                </a:moveTo>
                <a:cubicBezTo>
                  <a:pt x="123" y="104"/>
                  <a:pt x="123" y="104"/>
                  <a:pt x="123" y="104"/>
                </a:cubicBezTo>
                <a:cubicBezTo>
                  <a:pt x="123" y="104"/>
                  <a:pt x="123" y="104"/>
                  <a:pt x="123" y="104"/>
                </a:cubicBezTo>
                <a:cubicBezTo>
                  <a:pt x="123" y="104"/>
                  <a:pt x="123" y="104"/>
                  <a:pt x="123" y="104"/>
                </a:cubicBezTo>
                <a:cubicBezTo>
                  <a:pt x="118" y="114"/>
                  <a:pt x="111" y="121"/>
                  <a:pt x="102" y="126"/>
                </a:cubicBezTo>
                <a:cubicBezTo>
                  <a:pt x="100" y="128"/>
                  <a:pt x="99" y="130"/>
                  <a:pt x="99" y="133"/>
                </a:cubicBezTo>
                <a:cubicBezTo>
                  <a:pt x="99" y="133"/>
                  <a:pt x="99" y="133"/>
                  <a:pt x="99" y="133"/>
                </a:cubicBezTo>
                <a:cubicBezTo>
                  <a:pt x="99" y="150"/>
                  <a:pt x="99" y="150"/>
                  <a:pt x="99" y="150"/>
                </a:cubicBezTo>
                <a:cubicBezTo>
                  <a:pt x="46" y="150"/>
                  <a:pt x="46" y="150"/>
                  <a:pt x="46" y="150"/>
                </a:cubicBezTo>
                <a:cubicBezTo>
                  <a:pt x="46" y="133"/>
                  <a:pt x="46" y="133"/>
                  <a:pt x="46" y="133"/>
                </a:cubicBezTo>
                <a:cubicBezTo>
                  <a:pt x="46" y="130"/>
                  <a:pt x="44" y="127"/>
                  <a:pt x="42" y="126"/>
                </a:cubicBezTo>
                <a:cubicBezTo>
                  <a:pt x="33" y="121"/>
                  <a:pt x="27" y="113"/>
                  <a:pt x="22" y="104"/>
                </a:cubicBezTo>
                <a:cubicBezTo>
                  <a:pt x="22" y="104"/>
                  <a:pt x="22" y="104"/>
                  <a:pt x="22" y="104"/>
                </a:cubicBezTo>
                <a:cubicBezTo>
                  <a:pt x="17" y="96"/>
                  <a:pt x="14" y="86"/>
                  <a:pt x="14" y="75"/>
                </a:cubicBezTo>
                <a:cubicBezTo>
                  <a:pt x="14" y="59"/>
                  <a:pt x="21" y="44"/>
                  <a:pt x="31" y="33"/>
                </a:cubicBezTo>
                <a:cubicBezTo>
                  <a:pt x="42" y="22"/>
                  <a:pt x="56" y="15"/>
                  <a:pt x="72" y="15"/>
                </a:cubicBezTo>
                <a:cubicBezTo>
                  <a:pt x="88" y="15"/>
                  <a:pt x="103" y="22"/>
                  <a:pt x="113" y="33"/>
                </a:cubicBezTo>
                <a:cubicBezTo>
                  <a:pt x="124" y="44"/>
                  <a:pt x="130" y="59"/>
                  <a:pt x="130" y="75"/>
                </a:cubicBezTo>
                <a:cubicBezTo>
                  <a:pt x="130" y="86"/>
                  <a:pt x="128" y="96"/>
                  <a:pt x="123" y="104"/>
                </a:cubicBezTo>
                <a:close/>
                <a:moveTo>
                  <a:pt x="92" y="186"/>
                </a:moveTo>
                <a:cubicBezTo>
                  <a:pt x="92" y="186"/>
                  <a:pt x="92" y="186"/>
                  <a:pt x="92" y="186"/>
                </a:cubicBezTo>
                <a:cubicBezTo>
                  <a:pt x="53" y="186"/>
                  <a:pt x="53" y="186"/>
                  <a:pt x="53" y="186"/>
                </a:cubicBezTo>
                <a:cubicBezTo>
                  <a:pt x="50" y="186"/>
                  <a:pt x="48" y="188"/>
                  <a:pt x="48" y="190"/>
                </a:cubicBezTo>
                <a:cubicBezTo>
                  <a:pt x="48" y="193"/>
                  <a:pt x="50" y="195"/>
                  <a:pt x="53" y="195"/>
                </a:cubicBezTo>
                <a:cubicBezTo>
                  <a:pt x="92" y="195"/>
                  <a:pt x="92" y="195"/>
                  <a:pt x="92" y="195"/>
                </a:cubicBezTo>
                <a:cubicBezTo>
                  <a:pt x="94" y="195"/>
                  <a:pt x="96" y="193"/>
                  <a:pt x="96" y="190"/>
                </a:cubicBezTo>
                <a:cubicBezTo>
                  <a:pt x="96" y="188"/>
                  <a:pt x="94" y="186"/>
                  <a:pt x="92" y="18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4" name="Freeform 11"/>
          <p:cNvSpPr>
            <a:spLocks noEditPoints="1"/>
          </p:cNvSpPr>
          <p:nvPr/>
        </p:nvSpPr>
        <p:spPr bwMode="auto">
          <a:xfrm>
            <a:off x="4027320" y="2004003"/>
            <a:ext cx="198574" cy="235305"/>
          </a:xfrm>
          <a:custGeom>
            <a:avLst/>
            <a:gdLst>
              <a:gd name="T0" fmla="*/ 116 w 162"/>
              <a:gd name="T1" fmla="*/ 53 h 192"/>
              <a:gd name="T2" fmla="*/ 101 w 162"/>
              <a:gd name="T3" fmla="*/ 89 h 192"/>
              <a:gd name="T4" fmla="*/ 101 w 162"/>
              <a:gd name="T5" fmla="*/ 90 h 192"/>
              <a:gd name="T6" fmla="*/ 122 w 162"/>
              <a:gd name="T7" fmla="*/ 109 h 192"/>
              <a:gd name="T8" fmla="*/ 150 w 162"/>
              <a:gd name="T9" fmla="*/ 121 h 192"/>
              <a:gd name="T10" fmla="*/ 150 w 162"/>
              <a:gd name="T11" fmla="*/ 180 h 192"/>
              <a:gd name="T12" fmla="*/ 121 w 162"/>
              <a:gd name="T13" fmla="*/ 192 h 192"/>
              <a:gd name="T14" fmla="*/ 28 w 162"/>
              <a:gd name="T15" fmla="*/ 185 h 192"/>
              <a:gd name="T16" fmla="*/ 28 w 162"/>
              <a:gd name="T17" fmla="*/ 178 h 192"/>
              <a:gd name="T18" fmla="*/ 12 w 162"/>
              <a:gd name="T19" fmla="*/ 178 h 192"/>
              <a:gd name="T20" fmla="*/ 0 w 162"/>
              <a:gd name="T21" fmla="*/ 161 h 192"/>
              <a:gd name="T22" fmla="*/ 4 w 162"/>
              <a:gd name="T23" fmla="*/ 123 h 192"/>
              <a:gd name="T24" fmla="*/ 30 w 162"/>
              <a:gd name="T25" fmla="*/ 89 h 192"/>
              <a:gd name="T26" fmla="*/ 15 w 162"/>
              <a:gd name="T27" fmla="*/ 53 h 192"/>
              <a:gd name="T28" fmla="*/ 117 w 162"/>
              <a:gd name="T29" fmla="*/ 130 h 192"/>
              <a:gd name="T30" fmla="*/ 117 w 162"/>
              <a:gd name="T31" fmla="*/ 146 h 192"/>
              <a:gd name="T32" fmla="*/ 97 w 162"/>
              <a:gd name="T33" fmla="*/ 151 h 192"/>
              <a:gd name="T34" fmla="*/ 117 w 162"/>
              <a:gd name="T35" fmla="*/ 155 h 192"/>
              <a:gd name="T36" fmla="*/ 122 w 162"/>
              <a:gd name="T37" fmla="*/ 176 h 192"/>
              <a:gd name="T38" fmla="*/ 126 w 162"/>
              <a:gd name="T39" fmla="*/ 155 h 192"/>
              <a:gd name="T40" fmla="*/ 146 w 162"/>
              <a:gd name="T41" fmla="*/ 151 h 192"/>
              <a:gd name="T42" fmla="*/ 126 w 162"/>
              <a:gd name="T43" fmla="*/ 146 h 192"/>
              <a:gd name="T44" fmla="*/ 117 w 162"/>
              <a:gd name="T45" fmla="*/ 130 h 192"/>
              <a:gd name="T46" fmla="*/ 99 w 162"/>
              <a:gd name="T47" fmla="*/ 128 h 192"/>
              <a:gd name="T48" fmla="*/ 99 w 162"/>
              <a:gd name="T49" fmla="*/ 174 h 192"/>
              <a:gd name="T50" fmla="*/ 144 w 162"/>
              <a:gd name="T51" fmla="*/ 174 h 192"/>
              <a:gd name="T52" fmla="*/ 144 w 162"/>
              <a:gd name="T53" fmla="*/ 128 h 192"/>
              <a:gd name="T54" fmla="*/ 99 w 162"/>
              <a:gd name="T55" fmla="*/ 128 h 192"/>
              <a:gd name="T56" fmla="*/ 103 w 162"/>
              <a:gd name="T57" fmla="*/ 113 h 192"/>
              <a:gd name="T58" fmla="*/ 66 w 162"/>
              <a:gd name="T59" fmla="*/ 105 h 192"/>
              <a:gd name="T60" fmla="*/ 17 w 162"/>
              <a:gd name="T61" fmla="*/ 129 h 192"/>
              <a:gd name="T62" fmla="*/ 15 w 162"/>
              <a:gd name="T63" fmla="*/ 161 h 192"/>
              <a:gd name="T64" fmla="*/ 34 w 162"/>
              <a:gd name="T65" fmla="*/ 163 h 192"/>
              <a:gd name="T66" fmla="*/ 38 w 162"/>
              <a:gd name="T67" fmla="*/ 138 h 192"/>
              <a:gd name="T68" fmla="*/ 43 w 162"/>
              <a:gd name="T69" fmla="*/ 170 h 192"/>
              <a:gd name="T70" fmla="*/ 43 w 162"/>
              <a:gd name="T71" fmla="*/ 177 h 192"/>
              <a:gd name="T72" fmla="*/ 81 w 162"/>
              <a:gd name="T73" fmla="*/ 151 h 192"/>
              <a:gd name="T74" fmla="*/ 93 w 162"/>
              <a:gd name="T75" fmla="*/ 121 h 192"/>
              <a:gd name="T76" fmla="*/ 103 w 162"/>
              <a:gd name="T77" fmla="*/ 113 h 192"/>
              <a:gd name="T78" fmla="*/ 66 w 162"/>
              <a:gd name="T79" fmla="*/ 16 h 192"/>
              <a:gd name="T80" fmla="*/ 66 w 162"/>
              <a:gd name="T81" fmla="*/ 89 h 192"/>
              <a:gd name="T82" fmla="*/ 66 w 162"/>
              <a:gd name="T83" fmla="*/ 16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62" h="192">
                <a:moveTo>
                  <a:pt x="66" y="0"/>
                </a:moveTo>
                <a:cubicBezTo>
                  <a:pt x="93" y="0"/>
                  <a:pt x="116" y="24"/>
                  <a:pt x="116" y="53"/>
                </a:cubicBezTo>
                <a:cubicBezTo>
                  <a:pt x="116" y="67"/>
                  <a:pt x="110" y="80"/>
                  <a:pt x="101" y="89"/>
                </a:cubicBezTo>
                <a:cubicBezTo>
                  <a:pt x="101" y="89"/>
                  <a:pt x="101" y="89"/>
                  <a:pt x="101" y="89"/>
                </a:cubicBezTo>
                <a:cubicBezTo>
                  <a:pt x="101" y="89"/>
                  <a:pt x="101" y="89"/>
                  <a:pt x="101" y="89"/>
                </a:cubicBezTo>
                <a:cubicBezTo>
                  <a:pt x="101" y="90"/>
                  <a:pt x="101" y="90"/>
                  <a:pt x="101" y="90"/>
                </a:cubicBezTo>
                <a:cubicBezTo>
                  <a:pt x="107" y="96"/>
                  <a:pt x="114" y="102"/>
                  <a:pt x="119" y="109"/>
                </a:cubicBezTo>
                <a:cubicBezTo>
                  <a:pt x="120" y="109"/>
                  <a:pt x="121" y="109"/>
                  <a:pt x="122" y="109"/>
                </a:cubicBezTo>
                <a:cubicBezTo>
                  <a:pt x="133" y="109"/>
                  <a:pt x="143" y="114"/>
                  <a:pt x="150" y="121"/>
                </a:cubicBezTo>
                <a:cubicBezTo>
                  <a:pt x="150" y="121"/>
                  <a:pt x="150" y="121"/>
                  <a:pt x="150" y="121"/>
                </a:cubicBezTo>
                <a:cubicBezTo>
                  <a:pt x="158" y="129"/>
                  <a:pt x="162" y="139"/>
                  <a:pt x="162" y="151"/>
                </a:cubicBezTo>
                <a:cubicBezTo>
                  <a:pt x="162" y="162"/>
                  <a:pt x="158" y="173"/>
                  <a:pt x="150" y="180"/>
                </a:cubicBezTo>
                <a:cubicBezTo>
                  <a:pt x="143" y="188"/>
                  <a:pt x="133" y="192"/>
                  <a:pt x="122" y="192"/>
                </a:cubicBezTo>
                <a:cubicBezTo>
                  <a:pt x="121" y="192"/>
                  <a:pt x="121" y="192"/>
                  <a:pt x="121" y="192"/>
                </a:cubicBezTo>
                <a:cubicBezTo>
                  <a:pt x="35" y="192"/>
                  <a:pt x="35" y="192"/>
                  <a:pt x="35" y="192"/>
                </a:cubicBezTo>
                <a:cubicBezTo>
                  <a:pt x="31" y="192"/>
                  <a:pt x="28" y="189"/>
                  <a:pt x="28" y="185"/>
                </a:cubicBezTo>
                <a:cubicBezTo>
                  <a:pt x="28" y="185"/>
                  <a:pt x="28" y="185"/>
                  <a:pt x="28" y="185"/>
                </a:cubicBezTo>
                <a:cubicBezTo>
                  <a:pt x="28" y="178"/>
                  <a:pt x="28" y="178"/>
                  <a:pt x="28" y="178"/>
                </a:cubicBezTo>
                <a:cubicBezTo>
                  <a:pt x="14" y="178"/>
                  <a:pt x="14" y="178"/>
                  <a:pt x="14" y="178"/>
                </a:cubicBezTo>
                <a:cubicBezTo>
                  <a:pt x="13" y="178"/>
                  <a:pt x="13" y="178"/>
                  <a:pt x="12" y="178"/>
                </a:cubicBezTo>
                <a:cubicBezTo>
                  <a:pt x="8" y="177"/>
                  <a:pt x="5" y="175"/>
                  <a:pt x="3" y="172"/>
                </a:cubicBezTo>
                <a:cubicBezTo>
                  <a:pt x="1" y="169"/>
                  <a:pt x="0" y="165"/>
                  <a:pt x="0" y="161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37"/>
                  <a:pt x="1" y="130"/>
                  <a:pt x="4" y="123"/>
                </a:cubicBezTo>
                <a:cubicBezTo>
                  <a:pt x="9" y="109"/>
                  <a:pt x="20" y="100"/>
                  <a:pt x="30" y="90"/>
                </a:cubicBezTo>
                <a:cubicBezTo>
                  <a:pt x="30" y="89"/>
                  <a:pt x="30" y="89"/>
                  <a:pt x="30" y="89"/>
                </a:cubicBezTo>
                <a:cubicBezTo>
                  <a:pt x="30" y="89"/>
                  <a:pt x="30" y="89"/>
                  <a:pt x="30" y="89"/>
                </a:cubicBezTo>
                <a:cubicBezTo>
                  <a:pt x="20" y="80"/>
                  <a:pt x="15" y="66"/>
                  <a:pt x="15" y="53"/>
                </a:cubicBezTo>
                <a:cubicBezTo>
                  <a:pt x="15" y="24"/>
                  <a:pt x="38" y="0"/>
                  <a:pt x="66" y="0"/>
                </a:cubicBezTo>
                <a:close/>
                <a:moveTo>
                  <a:pt x="117" y="130"/>
                </a:moveTo>
                <a:cubicBezTo>
                  <a:pt x="117" y="130"/>
                  <a:pt x="117" y="130"/>
                  <a:pt x="117" y="130"/>
                </a:cubicBezTo>
                <a:cubicBezTo>
                  <a:pt x="117" y="146"/>
                  <a:pt x="117" y="146"/>
                  <a:pt x="117" y="146"/>
                </a:cubicBezTo>
                <a:cubicBezTo>
                  <a:pt x="102" y="146"/>
                  <a:pt x="102" y="146"/>
                  <a:pt x="102" y="146"/>
                </a:cubicBezTo>
                <a:cubicBezTo>
                  <a:pt x="99" y="146"/>
                  <a:pt x="97" y="148"/>
                  <a:pt x="97" y="151"/>
                </a:cubicBezTo>
                <a:cubicBezTo>
                  <a:pt x="97" y="153"/>
                  <a:pt x="99" y="155"/>
                  <a:pt x="102" y="155"/>
                </a:cubicBezTo>
                <a:cubicBezTo>
                  <a:pt x="117" y="155"/>
                  <a:pt x="117" y="155"/>
                  <a:pt x="117" y="155"/>
                </a:cubicBezTo>
                <a:cubicBezTo>
                  <a:pt x="117" y="171"/>
                  <a:pt x="117" y="171"/>
                  <a:pt x="117" y="171"/>
                </a:cubicBezTo>
                <a:cubicBezTo>
                  <a:pt x="117" y="174"/>
                  <a:pt x="119" y="176"/>
                  <a:pt x="122" y="176"/>
                </a:cubicBezTo>
                <a:cubicBezTo>
                  <a:pt x="124" y="176"/>
                  <a:pt x="126" y="174"/>
                  <a:pt x="126" y="171"/>
                </a:cubicBezTo>
                <a:cubicBezTo>
                  <a:pt x="126" y="155"/>
                  <a:pt x="126" y="155"/>
                  <a:pt x="126" y="155"/>
                </a:cubicBezTo>
                <a:cubicBezTo>
                  <a:pt x="141" y="155"/>
                  <a:pt x="141" y="155"/>
                  <a:pt x="141" y="155"/>
                </a:cubicBezTo>
                <a:cubicBezTo>
                  <a:pt x="144" y="155"/>
                  <a:pt x="146" y="153"/>
                  <a:pt x="146" y="151"/>
                </a:cubicBezTo>
                <a:cubicBezTo>
                  <a:pt x="146" y="148"/>
                  <a:pt x="144" y="146"/>
                  <a:pt x="141" y="146"/>
                </a:cubicBezTo>
                <a:cubicBezTo>
                  <a:pt x="126" y="146"/>
                  <a:pt x="126" y="146"/>
                  <a:pt x="126" y="146"/>
                </a:cubicBezTo>
                <a:cubicBezTo>
                  <a:pt x="126" y="130"/>
                  <a:pt x="126" y="130"/>
                  <a:pt x="126" y="130"/>
                </a:cubicBezTo>
                <a:cubicBezTo>
                  <a:pt x="126" y="124"/>
                  <a:pt x="117" y="124"/>
                  <a:pt x="117" y="130"/>
                </a:cubicBezTo>
                <a:close/>
                <a:moveTo>
                  <a:pt x="99" y="128"/>
                </a:moveTo>
                <a:cubicBezTo>
                  <a:pt x="99" y="128"/>
                  <a:pt x="99" y="128"/>
                  <a:pt x="99" y="128"/>
                </a:cubicBezTo>
                <a:cubicBezTo>
                  <a:pt x="94" y="133"/>
                  <a:pt x="90" y="142"/>
                  <a:pt x="90" y="151"/>
                </a:cubicBezTo>
                <a:cubicBezTo>
                  <a:pt x="90" y="160"/>
                  <a:pt x="94" y="168"/>
                  <a:pt x="99" y="174"/>
                </a:cubicBezTo>
                <a:cubicBezTo>
                  <a:pt x="105" y="179"/>
                  <a:pt x="113" y="183"/>
                  <a:pt x="122" y="183"/>
                </a:cubicBezTo>
                <a:cubicBezTo>
                  <a:pt x="130" y="183"/>
                  <a:pt x="138" y="179"/>
                  <a:pt x="144" y="174"/>
                </a:cubicBezTo>
                <a:cubicBezTo>
                  <a:pt x="150" y="168"/>
                  <a:pt x="153" y="160"/>
                  <a:pt x="153" y="151"/>
                </a:cubicBezTo>
                <a:cubicBezTo>
                  <a:pt x="153" y="142"/>
                  <a:pt x="150" y="134"/>
                  <a:pt x="144" y="128"/>
                </a:cubicBezTo>
                <a:cubicBezTo>
                  <a:pt x="144" y="128"/>
                  <a:pt x="144" y="128"/>
                  <a:pt x="144" y="128"/>
                </a:cubicBezTo>
                <a:cubicBezTo>
                  <a:pt x="132" y="115"/>
                  <a:pt x="112" y="115"/>
                  <a:pt x="99" y="128"/>
                </a:cubicBezTo>
                <a:close/>
                <a:moveTo>
                  <a:pt x="103" y="113"/>
                </a:moveTo>
                <a:cubicBezTo>
                  <a:pt x="103" y="113"/>
                  <a:pt x="103" y="113"/>
                  <a:pt x="103" y="113"/>
                </a:cubicBezTo>
                <a:cubicBezTo>
                  <a:pt x="99" y="108"/>
                  <a:pt x="93" y="103"/>
                  <a:pt x="89" y="99"/>
                </a:cubicBezTo>
                <a:cubicBezTo>
                  <a:pt x="82" y="103"/>
                  <a:pt x="74" y="105"/>
                  <a:pt x="66" y="105"/>
                </a:cubicBezTo>
                <a:cubicBezTo>
                  <a:pt x="57" y="105"/>
                  <a:pt x="49" y="103"/>
                  <a:pt x="42" y="99"/>
                </a:cubicBezTo>
                <a:cubicBezTo>
                  <a:pt x="34" y="107"/>
                  <a:pt x="22" y="117"/>
                  <a:pt x="17" y="129"/>
                </a:cubicBezTo>
                <a:cubicBezTo>
                  <a:pt x="15" y="134"/>
                  <a:pt x="15" y="139"/>
                  <a:pt x="15" y="145"/>
                </a:cubicBezTo>
                <a:cubicBezTo>
                  <a:pt x="15" y="161"/>
                  <a:pt x="15" y="161"/>
                  <a:pt x="15" y="161"/>
                </a:cubicBezTo>
                <a:cubicBezTo>
                  <a:pt x="15" y="162"/>
                  <a:pt x="15" y="162"/>
                  <a:pt x="15" y="163"/>
                </a:cubicBezTo>
                <a:cubicBezTo>
                  <a:pt x="34" y="163"/>
                  <a:pt x="34" y="163"/>
                  <a:pt x="34" y="163"/>
                </a:cubicBezTo>
                <a:cubicBezTo>
                  <a:pt x="34" y="143"/>
                  <a:pt x="34" y="143"/>
                  <a:pt x="34" y="143"/>
                </a:cubicBezTo>
                <a:cubicBezTo>
                  <a:pt x="34" y="140"/>
                  <a:pt x="36" y="138"/>
                  <a:pt x="38" y="138"/>
                </a:cubicBezTo>
                <a:cubicBezTo>
                  <a:pt x="41" y="138"/>
                  <a:pt x="43" y="140"/>
                  <a:pt x="43" y="143"/>
                </a:cubicBezTo>
                <a:cubicBezTo>
                  <a:pt x="43" y="170"/>
                  <a:pt x="43" y="170"/>
                  <a:pt x="43" y="170"/>
                </a:cubicBezTo>
                <a:cubicBezTo>
                  <a:pt x="43" y="170"/>
                  <a:pt x="43" y="170"/>
                  <a:pt x="43" y="170"/>
                </a:cubicBezTo>
                <a:cubicBezTo>
                  <a:pt x="43" y="177"/>
                  <a:pt x="43" y="177"/>
                  <a:pt x="43" y="177"/>
                </a:cubicBezTo>
                <a:cubicBezTo>
                  <a:pt x="90" y="177"/>
                  <a:pt x="90" y="177"/>
                  <a:pt x="90" y="177"/>
                </a:cubicBezTo>
                <a:cubicBezTo>
                  <a:pt x="85" y="170"/>
                  <a:pt x="81" y="161"/>
                  <a:pt x="81" y="151"/>
                </a:cubicBezTo>
                <a:cubicBezTo>
                  <a:pt x="81" y="139"/>
                  <a:pt x="86" y="129"/>
                  <a:pt x="93" y="121"/>
                </a:cubicBezTo>
                <a:cubicBezTo>
                  <a:pt x="93" y="121"/>
                  <a:pt x="93" y="121"/>
                  <a:pt x="93" y="121"/>
                </a:cubicBezTo>
                <a:cubicBezTo>
                  <a:pt x="93" y="121"/>
                  <a:pt x="93" y="121"/>
                  <a:pt x="93" y="121"/>
                </a:cubicBezTo>
                <a:cubicBezTo>
                  <a:pt x="96" y="118"/>
                  <a:pt x="99" y="115"/>
                  <a:pt x="103" y="113"/>
                </a:cubicBezTo>
                <a:close/>
                <a:moveTo>
                  <a:pt x="66" y="16"/>
                </a:moveTo>
                <a:cubicBezTo>
                  <a:pt x="66" y="16"/>
                  <a:pt x="66" y="16"/>
                  <a:pt x="66" y="16"/>
                </a:cubicBezTo>
                <a:cubicBezTo>
                  <a:pt x="46" y="16"/>
                  <a:pt x="30" y="32"/>
                  <a:pt x="30" y="53"/>
                </a:cubicBezTo>
                <a:cubicBezTo>
                  <a:pt x="30" y="73"/>
                  <a:pt x="46" y="89"/>
                  <a:pt x="66" y="89"/>
                </a:cubicBezTo>
                <a:cubicBezTo>
                  <a:pt x="85" y="89"/>
                  <a:pt x="101" y="73"/>
                  <a:pt x="101" y="53"/>
                </a:cubicBezTo>
                <a:cubicBezTo>
                  <a:pt x="101" y="32"/>
                  <a:pt x="85" y="16"/>
                  <a:pt x="66" y="1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5" name="Freeform 12"/>
          <p:cNvSpPr>
            <a:spLocks noEditPoints="1"/>
          </p:cNvSpPr>
          <p:nvPr/>
        </p:nvSpPr>
        <p:spPr bwMode="auto">
          <a:xfrm>
            <a:off x="5247424" y="3605663"/>
            <a:ext cx="203462" cy="268309"/>
          </a:xfrm>
          <a:custGeom>
            <a:avLst/>
            <a:gdLst>
              <a:gd name="T0" fmla="*/ 149 w 166"/>
              <a:gd name="T1" fmla="*/ 196 h 219"/>
              <a:gd name="T2" fmla="*/ 136 w 166"/>
              <a:gd name="T3" fmla="*/ 207 h 219"/>
              <a:gd name="T4" fmla="*/ 93 w 166"/>
              <a:gd name="T5" fmla="*/ 218 h 219"/>
              <a:gd name="T6" fmla="*/ 53 w 166"/>
              <a:gd name="T7" fmla="*/ 200 h 219"/>
              <a:gd name="T8" fmla="*/ 53 w 166"/>
              <a:gd name="T9" fmla="*/ 200 h 219"/>
              <a:gd name="T10" fmla="*/ 53 w 166"/>
              <a:gd name="T11" fmla="*/ 200 h 219"/>
              <a:gd name="T12" fmla="*/ 42 w 166"/>
              <a:gd name="T13" fmla="*/ 186 h 219"/>
              <a:gd name="T14" fmla="*/ 20 w 166"/>
              <a:gd name="T15" fmla="*/ 148 h 219"/>
              <a:gd name="T16" fmla="*/ 20 w 166"/>
              <a:gd name="T17" fmla="*/ 147 h 219"/>
              <a:gd name="T18" fmla="*/ 7 w 166"/>
              <a:gd name="T19" fmla="*/ 125 h 219"/>
              <a:gd name="T20" fmla="*/ 23 w 166"/>
              <a:gd name="T21" fmla="*/ 93 h 219"/>
              <a:gd name="T22" fmla="*/ 43 w 166"/>
              <a:gd name="T23" fmla="*/ 103 h 219"/>
              <a:gd name="T24" fmla="*/ 43 w 166"/>
              <a:gd name="T25" fmla="*/ 104 h 219"/>
              <a:gd name="T26" fmla="*/ 45 w 166"/>
              <a:gd name="T27" fmla="*/ 107 h 219"/>
              <a:gd name="T28" fmla="*/ 45 w 166"/>
              <a:gd name="T29" fmla="*/ 35 h 219"/>
              <a:gd name="T30" fmla="*/ 74 w 166"/>
              <a:gd name="T31" fmla="*/ 18 h 219"/>
              <a:gd name="T32" fmla="*/ 110 w 166"/>
              <a:gd name="T33" fmla="*/ 18 h 219"/>
              <a:gd name="T34" fmla="*/ 138 w 166"/>
              <a:gd name="T35" fmla="*/ 34 h 219"/>
              <a:gd name="T36" fmla="*/ 138 w 166"/>
              <a:gd name="T37" fmla="*/ 35 h 219"/>
              <a:gd name="T38" fmla="*/ 139 w 166"/>
              <a:gd name="T39" fmla="*/ 35 h 219"/>
              <a:gd name="T40" fmla="*/ 166 w 166"/>
              <a:gd name="T41" fmla="*/ 53 h 219"/>
              <a:gd name="T42" fmla="*/ 166 w 166"/>
              <a:gd name="T43" fmla="*/ 150 h 219"/>
              <a:gd name="T44" fmla="*/ 162 w 166"/>
              <a:gd name="T45" fmla="*/ 175 h 219"/>
              <a:gd name="T46" fmla="*/ 149 w 166"/>
              <a:gd name="T47" fmla="*/ 196 h 219"/>
              <a:gd name="T48" fmla="*/ 128 w 166"/>
              <a:gd name="T49" fmla="*/ 194 h 219"/>
              <a:gd name="T50" fmla="*/ 128 w 166"/>
              <a:gd name="T51" fmla="*/ 194 h 219"/>
              <a:gd name="T52" fmla="*/ 138 w 166"/>
              <a:gd name="T53" fmla="*/ 185 h 219"/>
              <a:gd name="T54" fmla="*/ 148 w 166"/>
              <a:gd name="T55" fmla="*/ 169 h 219"/>
              <a:gd name="T56" fmla="*/ 151 w 166"/>
              <a:gd name="T57" fmla="*/ 150 h 219"/>
              <a:gd name="T58" fmla="*/ 151 w 166"/>
              <a:gd name="T59" fmla="*/ 53 h 219"/>
              <a:gd name="T60" fmla="*/ 143 w 166"/>
              <a:gd name="T61" fmla="*/ 53 h 219"/>
              <a:gd name="T62" fmla="*/ 143 w 166"/>
              <a:gd name="T63" fmla="*/ 99 h 219"/>
              <a:gd name="T64" fmla="*/ 123 w 166"/>
              <a:gd name="T65" fmla="*/ 99 h 219"/>
              <a:gd name="T66" fmla="*/ 123 w 166"/>
              <a:gd name="T67" fmla="*/ 34 h 219"/>
              <a:gd name="T68" fmla="*/ 115 w 166"/>
              <a:gd name="T69" fmla="*/ 34 h 219"/>
              <a:gd name="T70" fmla="*/ 115 w 166"/>
              <a:gd name="T71" fmla="*/ 34 h 219"/>
              <a:gd name="T72" fmla="*/ 115 w 166"/>
              <a:gd name="T73" fmla="*/ 99 h 219"/>
              <a:gd name="T74" fmla="*/ 96 w 166"/>
              <a:gd name="T75" fmla="*/ 99 h 219"/>
              <a:gd name="T76" fmla="*/ 96 w 166"/>
              <a:gd name="T77" fmla="*/ 24 h 219"/>
              <a:gd name="T78" fmla="*/ 88 w 166"/>
              <a:gd name="T79" fmla="*/ 24 h 219"/>
              <a:gd name="T80" fmla="*/ 88 w 166"/>
              <a:gd name="T81" fmla="*/ 99 h 219"/>
              <a:gd name="T82" fmla="*/ 68 w 166"/>
              <a:gd name="T83" fmla="*/ 99 h 219"/>
              <a:gd name="T84" fmla="*/ 68 w 166"/>
              <a:gd name="T85" fmla="*/ 35 h 219"/>
              <a:gd name="T86" fmla="*/ 60 w 166"/>
              <a:gd name="T87" fmla="*/ 35 h 219"/>
              <a:gd name="T88" fmla="*/ 60 w 166"/>
              <a:gd name="T89" fmla="*/ 125 h 219"/>
              <a:gd name="T90" fmla="*/ 41 w 166"/>
              <a:gd name="T91" fmla="*/ 130 h 219"/>
              <a:gd name="T92" fmla="*/ 31 w 166"/>
              <a:gd name="T93" fmla="*/ 112 h 219"/>
              <a:gd name="T94" fmla="*/ 20 w 166"/>
              <a:gd name="T95" fmla="*/ 117 h 219"/>
              <a:gd name="T96" fmla="*/ 33 w 166"/>
              <a:gd name="T97" fmla="*/ 140 h 219"/>
              <a:gd name="T98" fmla="*/ 33 w 166"/>
              <a:gd name="T99" fmla="*/ 140 h 219"/>
              <a:gd name="T100" fmla="*/ 55 w 166"/>
              <a:gd name="T101" fmla="*/ 178 h 219"/>
              <a:gd name="T102" fmla="*/ 63 w 166"/>
              <a:gd name="T103" fmla="*/ 189 h 219"/>
              <a:gd name="T104" fmla="*/ 95 w 166"/>
              <a:gd name="T105" fmla="*/ 203 h 219"/>
              <a:gd name="T106" fmla="*/ 128 w 166"/>
              <a:gd name="T107" fmla="*/ 194 h 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66" h="219">
                <a:moveTo>
                  <a:pt x="149" y="196"/>
                </a:moveTo>
                <a:cubicBezTo>
                  <a:pt x="145" y="200"/>
                  <a:pt x="141" y="204"/>
                  <a:pt x="136" y="207"/>
                </a:cubicBezTo>
                <a:cubicBezTo>
                  <a:pt x="123" y="216"/>
                  <a:pt x="108" y="219"/>
                  <a:pt x="93" y="218"/>
                </a:cubicBezTo>
                <a:cubicBezTo>
                  <a:pt x="79" y="217"/>
                  <a:pt x="65" y="211"/>
                  <a:pt x="53" y="200"/>
                </a:cubicBezTo>
                <a:cubicBezTo>
                  <a:pt x="53" y="200"/>
                  <a:pt x="53" y="200"/>
                  <a:pt x="53" y="200"/>
                </a:cubicBezTo>
                <a:cubicBezTo>
                  <a:pt x="53" y="200"/>
                  <a:pt x="53" y="200"/>
                  <a:pt x="53" y="200"/>
                </a:cubicBezTo>
                <a:cubicBezTo>
                  <a:pt x="49" y="196"/>
                  <a:pt x="45" y="191"/>
                  <a:pt x="42" y="186"/>
                </a:cubicBezTo>
                <a:cubicBezTo>
                  <a:pt x="20" y="148"/>
                  <a:pt x="20" y="148"/>
                  <a:pt x="20" y="148"/>
                </a:cubicBezTo>
                <a:cubicBezTo>
                  <a:pt x="20" y="147"/>
                  <a:pt x="20" y="147"/>
                  <a:pt x="20" y="147"/>
                </a:cubicBezTo>
                <a:cubicBezTo>
                  <a:pt x="7" y="125"/>
                  <a:pt x="7" y="125"/>
                  <a:pt x="7" y="125"/>
                </a:cubicBezTo>
                <a:cubicBezTo>
                  <a:pt x="0" y="111"/>
                  <a:pt x="8" y="95"/>
                  <a:pt x="23" y="93"/>
                </a:cubicBezTo>
                <a:cubicBezTo>
                  <a:pt x="29" y="93"/>
                  <a:pt x="37" y="95"/>
                  <a:pt x="43" y="103"/>
                </a:cubicBezTo>
                <a:cubicBezTo>
                  <a:pt x="43" y="103"/>
                  <a:pt x="43" y="104"/>
                  <a:pt x="43" y="104"/>
                </a:cubicBezTo>
                <a:cubicBezTo>
                  <a:pt x="45" y="107"/>
                  <a:pt x="45" y="107"/>
                  <a:pt x="45" y="107"/>
                </a:cubicBezTo>
                <a:cubicBezTo>
                  <a:pt x="45" y="35"/>
                  <a:pt x="45" y="35"/>
                  <a:pt x="45" y="35"/>
                </a:cubicBezTo>
                <a:cubicBezTo>
                  <a:pt x="45" y="19"/>
                  <a:pt x="61" y="11"/>
                  <a:pt x="74" y="18"/>
                </a:cubicBezTo>
                <a:cubicBezTo>
                  <a:pt x="79" y="0"/>
                  <a:pt x="104" y="1"/>
                  <a:pt x="110" y="18"/>
                </a:cubicBezTo>
                <a:cubicBezTo>
                  <a:pt x="122" y="11"/>
                  <a:pt x="138" y="19"/>
                  <a:pt x="138" y="34"/>
                </a:cubicBezTo>
                <a:cubicBezTo>
                  <a:pt x="138" y="35"/>
                  <a:pt x="138" y="35"/>
                  <a:pt x="138" y="35"/>
                </a:cubicBezTo>
                <a:cubicBezTo>
                  <a:pt x="139" y="35"/>
                  <a:pt x="139" y="35"/>
                  <a:pt x="139" y="35"/>
                </a:cubicBezTo>
                <a:cubicBezTo>
                  <a:pt x="152" y="30"/>
                  <a:pt x="166" y="38"/>
                  <a:pt x="166" y="53"/>
                </a:cubicBezTo>
                <a:cubicBezTo>
                  <a:pt x="166" y="150"/>
                  <a:pt x="166" y="150"/>
                  <a:pt x="166" y="150"/>
                </a:cubicBezTo>
                <a:cubicBezTo>
                  <a:pt x="166" y="158"/>
                  <a:pt x="165" y="167"/>
                  <a:pt x="162" y="175"/>
                </a:cubicBezTo>
                <a:cubicBezTo>
                  <a:pt x="159" y="182"/>
                  <a:pt x="155" y="190"/>
                  <a:pt x="149" y="196"/>
                </a:cubicBezTo>
                <a:close/>
                <a:moveTo>
                  <a:pt x="128" y="194"/>
                </a:moveTo>
                <a:cubicBezTo>
                  <a:pt x="128" y="194"/>
                  <a:pt x="128" y="194"/>
                  <a:pt x="128" y="194"/>
                </a:cubicBezTo>
                <a:cubicBezTo>
                  <a:pt x="132" y="192"/>
                  <a:pt x="135" y="189"/>
                  <a:pt x="138" y="185"/>
                </a:cubicBezTo>
                <a:cubicBezTo>
                  <a:pt x="142" y="181"/>
                  <a:pt x="146" y="175"/>
                  <a:pt x="148" y="169"/>
                </a:cubicBezTo>
                <a:cubicBezTo>
                  <a:pt x="150" y="163"/>
                  <a:pt x="151" y="157"/>
                  <a:pt x="151" y="150"/>
                </a:cubicBezTo>
                <a:cubicBezTo>
                  <a:pt x="151" y="53"/>
                  <a:pt x="151" y="53"/>
                  <a:pt x="151" y="53"/>
                </a:cubicBezTo>
                <a:cubicBezTo>
                  <a:pt x="151" y="47"/>
                  <a:pt x="143" y="47"/>
                  <a:pt x="143" y="53"/>
                </a:cubicBezTo>
                <a:cubicBezTo>
                  <a:pt x="143" y="99"/>
                  <a:pt x="143" y="99"/>
                  <a:pt x="143" y="99"/>
                </a:cubicBezTo>
                <a:cubicBezTo>
                  <a:pt x="143" y="111"/>
                  <a:pt x="123" y="111"/>
                  <a:pt x="123" y="99"/>
                </a:cubicBezTo>
                <a:cubicBezTo>
                  <a:pt x="123" y="34"/>
                  <a:pt x="123" y="34"/>
                  <a:pt x="123" y="34"/>
                </a:cubicBezTo>
                <a:cubicBezTo>
                  <a:pt x="123" y="29"/>
                  <a:pt x="115" y="29"/>
                  <a:pt x="115" y="34"/>
                </a:cubicBezTo>
                <a:cubicBezTo>
                  <a:pt x="115" y="34"/>
                  <a:pt x="115" y="34"/>
                  <a:pt x="115" y="34"/>
                </a:cubicBezTo>
                <a:cubicBezTo>
                  <a:pt x="115" y="99"/>
                  <a:pt x="115" y="99"/>
                  <a:pt x="115" y="99"/>
                </a:cubicBezTo>
                <a:cubicBezTo>
                  <a:pt x="115" y="111"/>
                  <a:pt x="96" y="111"/>
                  <a:pt x="96" y="99"/>
                </a:cubicBezTo>
                <a:cubicBezTo>
                  <a:pt x="96" y="24"/>
                  <a:pt x="96" y="24"/>
                  <a:pt x="96" y="24"/>
                </a:cubicBezTo>
                <a:cubicBezTo>
                  <a:pt x="96" y="18"/>
                  <a:pt x="88" y="19"/>
                  <a:pt x="88" y="24"/>
                </a:cubicBezTo>
                <a:cubicBezTo>
                  <a:pt x="88" y="99"/>
                  <a:pt x="88" y="99"/>
                  <a:pt x="88" y="99"/>
                </a:cubicBezTo>
                <a:cubicBezTo>
                  <a:pt x="88" y="111"/>
                  <a:pt x="68" y="111"/>
                  <a:pt x="68" y="99"/>
                </a:cubicBezTo>
                <a:cubicBezTo>
                  <a:pt x="68" y="35"/>
                  <a:pt x="68" y="35"/>
                  <a:pt x="68" y="35"/>
                </a:cubicBezTo>
                <a:cubicBezTo>
                  <a:pt x="68" y="29"/>
                  <a:pt x="60" y="29"/>
                  <a:pt x="60" y="35"/>
                </a:cubicBezTo>
                <a:cubicBezTo>
                  <a:pt x="60" y="125"/>
                  <a:pt x="60" y="125"/>
                  <a:pt x="60" y="125"/>
                </a:cubicBezTo>
                <a:cubicBezTo>
                  <a:pt x="60" y="135"/>
                  <a:pt x="46" y="139"/>
                  <a:pt x="41" y="130"/>
                </a:cubicBezTo>
                <a:cubicBezTo>
                  <a:pt x="31" y="112"/>
                  <a:pt x="31" y="112"/>
                  <a:pt x="31" y="112"/>
                </a:cubicBezTo>
                <a:cubicBezTo>
                  <a:pt x="26" y="106"/>
                  <a:pt x="16" y="110"/>
                  <a:pt x="20" y="117"/>
                </a:cubicBezTo>
                <a:cubicBezTo>
                  <a:pt x="33" y="140"/>
                  <a:pt x="33" y="140"/>
                  <a:pt x="33" y="140"/>
                </a:cubicBezTo>
                <a:cubicBezTo>
                  <a:pt x="33" y="140"/>
                  <a:pt x="33" y="140"/>
                  <a:pt x="33" y="140"/>
                </a:cubicBezTo>
                <a:cubicBezTo>
                  <a:pt x="55" y="178"/>
                  <a:pt x="55" y="178"/>
                  <a:pt x="55" y="178"/>
                </a:cubicBezTo>
                <a:cubicBezTo>
                  <a:pt x="57" y="182"/>
                  <a:pt x="60" y="186"/>
                  <a:pt x="63" y="189"/>
                </a:cubicBezTo>
                <a:cubicBezTo>
                  <a:pt x="72" y="197"/>
                  <a:pt x="83" y="202"/>
                  <a:pt x="95" y="203"/>
                </a:cubicBezTo>
                <a:cubicBezTo>
                  <a:pt x="106" y="204"/>
                  <a:pt x="118" y="201"/>
                  <a:pt x="128" y="19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6" name="Freeform 13"/>
          <p:cNvSpPr>
            <a:spLocks noEditPoints="1"/>
          </p:cNvSpPr>
          <p:nvPr/>
        </p:nvSpPr>
        <p:spPr bwMode="auto">
          <a:xfrm>
            <a:off x="2784853" y="3630904"/>
            <a:ext cx="235234" cy="219414"/>
          </a:xfrm>
          <a:custGeom>
            <a:avLst/>
            <a:gdLst>
              <a:gd name="T0" fmla="*/ 70 w 192"/>
              <a:gd name="T1" fmla="*/ 76 h 179"/>
              <a:gd name="T2" fmla="*/ 70 w 192"/>
              <a:gd name="T3" fmla="*/ 97 h 179"/>
              <a:gd name="T4" fmla="*/ 50 w 192"/>
              <a:gd name="T5" fmla="*/ 97 h 179"/>
              <a:gd name="T6" fmla="*/ 50 w 192"/>
              <a:gd name="T7" fmla="*/ 76 h 179"/>
              <a:gd name="T8" fmla="*/ 96 w 192"/>
              <a:gd name="T9" fmla="*/ 0 h 179"/>
              <a:gd name="T10" fmla="*/ 163 w 192"/>
              <a:gd name="T11" fmla="*/ 25 h 179"/>
              <a:gd name="T12" fmla="*/ 163 w 192"/>
              <a:gd name="T13" fmla="*/ 148 h 179"/>
              <a:gd name="T14" fmla="*/ 73 w 192"/>
              <a:gd name="T15" fmla="*/ 170 h 179"/>
              <a:gd name="T16" fmla="*/ 31 w 192"/>
              <a:gd name="T17" fmla="*/ 177 h 179"/>
              <a:gd name="T18" fmla="*/ 24 w 192"/>
              <a:gd name="T19" fmla="*/ 179 h 179"/>
              <a:gd name="T20" fmla="*/ 13 w 192"/>
              <a:gd name="T21" fmla="*/ 170 h 179"/>
              <a:gd name="T22" fmla="*/ 13 w 192"/>
              <a:gd name="T23" fmla="*/ 162 h 179"/>
              <a:gd name="T24" fmla="*/ 5 w 192"/>
              <a:gd name="T25" fmla="*/ 115 h 179"/>
              <a:gd name="T26" fmla="*/ 28 w 192"/>
              <a:gd name="T27" fmla="*/ 25 h 179"/>
              <a:gd name="T28" fmla="*/ 153 w 192"/>
              <a:gd name="T29" fmla="*/ 37 h 179"/>
              <a:gd name="T30" fmla="*/ 96 w 192"/>
              <a:gd name="T31" fmla="*/ 16 h 179"/>
              <a:gd name="T32" fmla="*/ 14 w 192"/>
              <a:gd name="T33" fmla="*/ 86 h 179"/>
              <a:gd name="T34" fmla="*/ 31 w 192"/>
              <a:gd name="T35" fmla="*/ 130 h 179"/>
              <a:gd name="T36" fmla="*/ 28 w 192"/>
              <a:gd name="T37" fmla="*/ 162 h 179"/>
              <a:gd name="T38" fmla="*/ 57 w 192"/>
              <a:gd name="T39" fmla="*/ 149 h 179"/>
              <a:gd name="T40" fmla="*/ 96 w 192"/>
              <a:gd name="T41" fmla="*/ 157 h 179"/>
              <a:gd name="T42" fmla="*/ 177 w 192"/>
              <a:gd name="T43" fmla="*/ 86 h 179"/>
              <a:gd name="T44" fmla="*/ 64 w 192"/>
              <a:gd name="T45" fmla="*/ 83 h 179"/>
              <a:gd name="T46" fmla="*/ 60 w 192"/>
              <a:gd name="T47" fmla="*/ 81 h 179"/>
              <a:gd name="T48" fmla="*/ 55 w 192"/>
              <a:gd name="T49" fmla="*/ 86 h 179"/>
              <a:gd name="T50" fmla="*/ 60 w 192"/>
              <a:gd name="T51" fmla="*/ 92 h 179"/>
              <a:gd name="T52" fmla="*/ 65 w 192"/>
              <a:gd name="T53" fmla="*/ 86 h 179"/>
              <a:gd name="T54" fmla="*/ 96 w 192"/>
              <a:gd name="T55" fmla="*/ 72 h 179"/>
              <a:gd name="T56" fmla="*/ 105 w 192"/>
              <a:gd name="T57" fmla="*/ 76 h 179"/>
              <a:gd name="T58" fmla="*/ 105 w 192"/>
              <a:gd name="T59" fmla="*/ 97 h 179"/>
              <a:gd name="T60" fmla="*/ 86 w 192"/>
              <a:gd name="T61" fmla="*/ 97 h 179"/>
              <a:gd name="T62" fmla="*/ 86 w 192"/>
              <a:gd name="T63" fmla="*/ 76 h 179"/>
              <a:gd name="T64" fmla="*/ 99 w 192"/>
              <a:gd name="T65" fmla="*/ 83 h 179"/>
              <a:gd name="T66" fmla="*/ 96 w 192"/>
              <a:gd name="T67" fmla="*/ 81 h 179"/>
              <a:gd name="T68" fmla="*/ 90 w 192"/>
              <a:gd name="T69" fmla="*/ 86 h 179"/>
              <a:gd name="T70" fmla="*/ 96 w 192"/>
              <a:gd name="T71" fmla="*/ 92 h 179"/>
              <a:gd name="T72" fmla="*/ 101 w 192"/>
              <a:gd name="T73" fmla="*/ 86 h 179"/>
              <a:gd name="T74" fmla="*/ 131 w 192"/>
              <a:gd name="T75" fmla="*/ 72 h 179"/>
              <a:gd name="T76" fmla="*/ 141 w 192"/>
              <a:gd name="T77" fmla="*/ 76 h 179"/>
              <a:gd name="T78" fmla="*/ 141 w 192"/>
              <a:gd name="T79" fmla="*/ 97 h 179"/>
              <a:gd name="T80" fmla="*/ 121 w 192"/>
              <a:gd name="T81" fmla="*/ 97 h 179"/>
              <a:gd name="T82" fmla="*/ 121 w 192"/>
              <a:gd name="T83" fmla="*/ 76 h 179"/>
              <a:gd name="T84" fmla="*/ 135 w 192"/>
              <a:gd name="T85" fmla="*/ 83 h 179"/>
              <a:gd name="T86" fmla="*/ 131 w 192"/>
              <a:gd name="T87" fmla="*/ 81 h 179"/>
              <a:gd name="T88" fmla="*/ 126 w 192"/>
              <a:gd name="T89" fmla="*/ 86 h 179"/>
              <a:gd name="T90" fmla="*/ 131 w 192"/>
              <a:gd name="T91" fmla="*/ 92 h 179"/>
              <a:gd name="T92" fmla="*/ 136 w 192"/>
              <a:gd name="T93" fmla="*/ 86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192" h="179">
                <a:moveTo>
                  <a:pt x="60" y="72"/>
                </a:moveTo>
                <a:cubicBezTo>
                  <a:pt x="64" y="72"/>
                  <a:pt x="67" y="74"/>
                  <a:pt x="70" y="76"/>
                </a:cubicBezTo>
                <a:cubicBezTo>
                  <a:pt x="73" y="79"/>
                  <a:pt x="74" y="82"/>
                  <a:pt x="74" y="86"/>
                </a:cubicBezTo>
                <a:cubicBezTo>
                  <a:pt x="74" y="90"/>
                  <a:pt x="73" y="94"/>
                  <a:pt x="70" y="97"/>
                </a:cubicBezTo>
                <a:cubicBezTo>
                  <a:pt x="67" y="99"/>
                  <a:pt x="64" y="101"/>
                  <a:pt x="60" y="101"/>
                </a:cubicBezTo>
                <a:cubicBezTo>
                  <a:pt x="56" y="101"/>
                  <a:pt x="53" y="99"/>
                  <a:pt x="50" y="97"/>
                </a:cubicBezTo>
                <a:cubicBezTo>
                  <a:pt x="48" y="94"/>
                  <a:pt x="46" y="90"/>
                  <a:pt x="46" y="86"/>
                </a:cubicBezTo>
                <a:cubicBezTo>
                  <a:pt x="46" y="82"/>
                  <a:pt x="48" y="79"/>
                  <a:pt x="50" y="76"/>
                </a:cubicBezTo>
                <a:cubicBezTo>
                  <a:pt x="53" y="74"/>
                  <a:pt x="56" y="72"/>
                  <a:pt x="60" y="72"/>
                </a:cubicBezTo>
                <a:close/>
                <a:moveTo>
                  <a:pt x="96" y="0"/>
                </a:moveTo>
                <a:cubicBezTo>
                  <a:pt x="96" y="0"/>
                  <a:pt x="96" y="0"/>
                  <a:pt x="96" y="0"/>
                </a:cubicBezTo>
                <a:cubicBezTo>
                  <a:pt x="122" y="0"/>
                  <a:pt x="146" y="10"/>
                  <a:pt x="163" y="25"/>
                </a:cubicBezTo>
                <a:cubicBezTo>
                  <a:pt x="181" y="41"/>
                  <a:pt x="192" y="62"/>
                  <a:pt x="192" y="86"/>
                </a:cubicBezTo>
                <a:cubicBezTo>
                  <a:pt x="192" y="110"/>
                  <a:pt x="181" y="132"/>
                  <a:pt x="163" y="148"/>
                </a:cubicBezTo>
                <a:cubicBezTo>
                  <a:pt x="146" y="163"/>
                  <a:pt x="122" y="172"/>
                  <a:pt x="96" y="172"/>
                </a:cubicBezTo>
                <a:cubicBezTo>
                  <a:pt x="88" y="172"/>
                  <a:pt x="80" y="172"/>
                  <a:pt x="73" y="170"/>
                </a:cubicBezTo>
                <a:cubicBezTo>
                  <a:pt x="66" y="169"/>
                  <a:pt x="60" y="167"/>
                  <a:pt x="54" y="164"/>
                </a:cubicBezTo>
                <a:cubicBezTo>
                  <a:pt x="31" y="177"/>
                  <a:pt x="31" y="177"/>
                  <a:pt x="31" y="177"/>
                </a:cubicBezTo>
                <a:cubicBezTo>
                  <a:pt x="29" y="178"/>
                  <a:pt x="27" y="179"/>
                  <a:pt x="24" y="179"/>
                </a:cubicBezTo>
                <a:cubicBezTo>
                  <a:pt x="24" y="179"/>
                  <a:pt x="24" y="179"/>
                  <a:pt x="24" y="179"/>
                </a:cubicBezTo>
                <a:cubicBezTo>
                  <a:pt x="22" y="178"/>
                  <a:pt x="19" y="177"/>
                  <a:pt x="17" y="176"/>
                </a:cubicBezTo>
                <a:cubicBezTo>
                  <a:pt x="15" y="174"/>
                  <a:pt x="14" y="172"/>
                  <a:pt x="13" y="170"/>
                </a:cubicBezTo>
                <a:cubicBezTo>
                  <a:pt x="13" y="170"/>
                  <a:pt x="13" y="170"/>
                  <a:pt x="13" y="170"/>
                </a:cubicBezTo>
                <a:cubicBezTo>
                  <a:pt x="12" y="167"/>
                  <a:pt x="12" y="165"/>
                  <a:pt x="13" y="162"/>
                </a:cubicBezTo>
                <a:cubicBezTo>
                  <a:pt x="18" y="137"/>
                  <a:pt x="18" y="137"/>
                  <a:pt x="18" y="137"/>
                </a:cubicBezTo>
                <a:cubicBezTo>
                  <a:pt x="13" y="131"/>
                  <a:pt x="8" y="123"/>
                  <a:pt x="5" y="115"/>
                </a:cubicBezTo>
                <a:cubicBezTo>
                  <a:pt x="2" y="106"/>
                  <a:pt x="0" y="96"/>
                  <a:pt x="0" y="86"/>
                </a:cubicBezTo>
                <a:cubicBezTo>
                  <a:pt x="0" y="62"/>
                  <a:pt x="10" y="41"/>
                  <a:pt x="28" y="25"/>
                </a:cubicBezTo>
                <a:cubicBezTo>
                  <a:pt x="45" y="10"/>
                  <a:pt x="69" y="0"/>
                  <a:pt x="96" y="0"/>
                </a:cubicBezTo>
                <a:close/>
                <a:moveTo>
                  <a:pt x="153" y="37"/>
                </a:moveTo>
                <a:cubicBezTo>
                  <a:pt x="153" y="37"/>
                  <a:pt x="153" y="37"/>
                  <a:pt x="153" y="37"/>
                </a:cubicBezTo>
                <a:cubicBezTo>
                  <a:pt x="139" y="24"/>
                  <a:pt x="118" y="16"/>
                  <a:pt x="96" y="16"/>
                </a:cubicBezTo>
                <a:cubicBezTo>
                  <a:pt x="73" y="16"/>
                  <a:pt x="52" y="24"/>
                  <a:pt x="38" y="37"/>
                </a:cubicBezTo>
                <a:cubicBezTo>
                  <a:pt x="23" y="49"/>
                  <a:pt x="14" y="67"/>
                  <a:pt x="14" y="86"/>
                </a:cubicBezTo>
                <a:cubicBezTo>
                  <a:pt x="14" y="94"/>
                  <a:pt x="16" y="102"/>
                  <a:pt x="19" y="109"/>
                </a:cubicBezTo>
                <a:cubicBezTo>
                  <a:pt x="22" y="117"/>
                  <a:pt x="26" y="124"/>
                  <a:pt x="31" y="130"/>
                </a:cubicBezTo>
                <a:cubicBezTo>
                  <a:pt x="33" y="131"/>
                  <a:pt x="34" y="134"/>
                  <a:pt x="33" y="137"/>
                </a:cubicBezTo>
                <a:cubicBezTo>
                  <a:pt x="28" y="162"/>
                  <a:pt x="28" y="162"/>
                  <a:pt x="28" y="162"/>
                </a:cubicBezTo>
                <a:cubicBezTo>
                  <a:pt x="51" y="149"/>
                  <a:pt x="51" y="149"/>
                  <a:pt x="51" y="149"/>
                </a:cubicBezTo>
                <a:cubicBezTo>
                  <a:pt x="53" y="148"/>
                  <a:pt x="55" y="148"/>
                  <a:pt x="57" y="149"/>
                </a:cubicBezTo>
                <a:cubicBezTo>
                  <a:pt x="63" y="152"/>
                  <a:pt x="69" y="154"/>
                  <a:pt x="76" y="155"/>
                </a:cubicBezTo>
                <a:cubicBezTo>
                  <a:pt x="82" y="157"/>
                  <a:pt x="89" y="157"/>
                  <a:pt x="96" y="157"/>
                </a:cubicBezTo>
                <a:cubicBezTo>
                  <a:pt x="118" y="157"/>
                  <a:pt x="139" y="149"/>
                  <a:pt x="153" y="136"/>
                </a:cubicBezTo>
                <a:cubicBezTo>
                  <a:pt x="168" y="123"/>
                  <a:pt x="177" y="106"/>
                  <a:pt x="177" y="86"/>
                </a:cubicBezTo>
                <a:cubicBezTo>
                  <a:pt x="177" y="67"/>
                  <a:pt x="168" y="49"/>
                  <a:pt x="153" y="37"/>
                </a:cubicBezTo>
                <a:close/>
                <a:moveTo>
                  <a:pt x="64" y="83"/>
                </a:moveTo>
                <a:cubicBezTo>
                  <a:pt x="64" y="83"/>
                  <a:pt x="64" y="83"/>
                  <a:pt x="64" y="83"/>
                </a:cubicBezTo>
                <a:cubicBezTo>
                  <a:pt x="63" y="82"/>
                  <a:pt x="62" y="81"/>
                  <a:pt x="60" y="81"/>
                </a:cubicBezTo>
                <a:cubicBezTo>
                  <a:pt x="59" y="81"/>
                  <a:pt x="57" y="82"/>
                  <a:pt x="56" y="83"/>
                </a:cubicBezTo>
                <a:cubicBezTo>
                  <a:pt x="56" y="84"/>
                  <a:pt x="55" y="85"/>
                  <a:pt x="55" y="86"/>
                </a:cubicBezTo>
                <a:cubicBezTo>
                  <a:pt x="55" y="88"/>
                  <a:pt x="56" y="89"/>
                  <a:pt x="56" y="90"/>
                </a:cubicBezTo>
                <a:cubicBezTo>
                  <a:pt x="57" y="91"/>
                  <a:pt x="59" y="92"/>
                  <a:pt x="60" y="92"/>
                </a:cubicBezTo>
                <a:cubicBezTo>
                  <a:pt x="62" y="92"/>
                  <a:pt x="63" y="91"/>
                  <a:pt x="64" y="90"/>
                </a:cubicBezTo>
                <a:cubicBezTo>
                  <a:pt x="65" y="89"/>
                  <a:pt x="65" y="88"/>
                  <a:pt x="65" y="86"/>
                </a:cubicBezTo>
                <a:cubicBezTo>
                  <a:pt x="65" y="85"/>
                  <a:pt x="65" y="84"/>
                  <a:pt x="64" y="83"/>
                </a:cubicBezTo>
                <a:close/>
                <a:moveTo>
                  <a:pt x="96" y="72"/>
                </a:moveTo>
                <a:cubicBezTo>
                  <a:pt x="96" y="72"/>
                  <a:pt x="96" y="72"/>
                  <a:pt x="96" y="72"/>
                </a:cubicBezTo>
                <a:cubicBezTo>
                  <a:pt x="99" y="72"/>
                  <a:pt x="103" y="74"/>
                  <a:pt x="105" y="76"/>
                </a:cubicBezTo>
                <a:cubicBezTo>
                  <a:pt x="108" y="79"/>
                  <a:pt x="110" y="82"/>
                  <a:pt x="110" y="86"/>
                </a:cubicBezTo>
                <a:cubicBezTo>
                  <a:pt x="110" y="90"/>
                  <a:pt x="108" y="94"/>
                  <a:pt x="105" y="97"/>
                </a:cubicBezTo>
                <a:cubicBezTo>
                  <a:pt x="103" y="99"/>
                  <a:pt x="99" y="101"/>
                  <a:pt x="96" y="101"/>
                </a:cubicBezTo>
                <a:cubicBezTo>
                  <a:pt x="92" y="101"/>
                  <a:pt x="88" y="99"/>
                  <a:pt x="86" y="97"/>
                </a:cubicBezTo>
                <a:cubicBezTo>
                  <a:pt x="83" y="94"/>
                  <a:pt x="82" y="90"/>
                  <a:pt x="82" y="86"/>
                </a:cubicBezTo>
                <a:cubicBezTo>
                  <a:pt x="82" y="82"/>
                  <a:pt x="83" y="79"/>
                  <a:pt x="86" y="76"/>
                </a:cubicBezTo>
                <a:cubicBezTo>
                  <a:pt x="88" y="74"/>
                  <a:pt x="92" y="72"/>
                  <a:pt x="96" y="72"/>
                </a:cubicBezTo>
                <a:close/>
                <a:moveTo>
                  <a:pt x="99" y="83"/>
                </a:moveTo>
                <a:cubicBezTo>
                  <a:pt x="99" y="83"/>
                  <a:pt x="99" y="83"/>
                  <a:pt x="99" y="83"/>
                </a:cubicBezTo>
                <a:cubicBezTo>
                  <a:pt x="98" y="82"/>
                  <a:pt x="97" y="81"/>
                  <a:pt x="96" y="81"/>
                </a:cubicBezTo>
                <a:cubicBezTo>
                  <a:pt x="94" y="81"/>
                  <a:pt x="93" y="82"/>
                  <a:pt x="92" y="83"/>
                </a:cubicBezTo>
                <a:cubicBezTo>
                  <a:pt x="91" y="84"/>
                  <a:pt x="90" y="85"/>
                  <a:pt x="90" y="86"/>
                </a:cubicBezTo>
                <a:cubicBezTo>
                  <a:pt x="90" y="88"/>
                  <a:pt x="91" y="89"/>
                  <a:pt x="92" y="90"/>
                </a:cubicBezTo>
                <a:cubicBezTo>
                  <a:pt x="93" y="91"/>
                  <a:pt x="94" y="92"/>
                  <a:pt x="96" y="92"/>
                </a:cubicBezTo>
                <a:cubicBezTo>
                  <a:pt x="97" y="92"/>
                  <a:pt x="98" y="91"/>
                  <a:pt x="99" y="90"/>
                </a:cubicBezTo>
                <a:cubicBezTo>
                  <a:pt x="100" y="89"/>
                  <a:pt x="101" y="88"/>
                  <a:pt x="101" y="86"/>
                </a:cubicBezTo>
                <a:cubicBezTo>
                  <a:pt x="101" y="85"/>
                  <a:pt x="100" y="84"/>
                  <a:pt x="99" y="83"/>
                </a:cubicBezTo>
                <a:close/>
                <a:moveTo>
                  <a:pt x="131" y="72"/>
                </a:moveTo>
                <a:cubicBezTo>
                  <a:pt x="131" y="72"/>
                  <a:pt x="131" y="72"/>
                  <a:pt x="131" y="72"/>
                </a:cubicBezTo>
                <a:cubicBezTo>
                  <a:pt x="135" y="72"/>
                  <a:pt x="138" y="74"/>
                  <a:pt x="141" y="76"/>
                </a:cubicBezTo>
                <a:cubicBezTo>
                  <a:pt x="143" y="79"/>
                  <a:pt x="145" y="82"/>
                  <a:pt x="145" y="86"/>
                </a:cubicBezTo>
                <a:cubicBezTo>
                  <a:pt x="145" y="90"/>
                  <a:pt x="143" y="94"/>
                  <a:pt x="141" y="97"/>
                </a:cubicBezTo>
                <a:cubicBezTo>
                  <a:pt x="138" y="99"/>
                  <a:pt x="135" y="101"/>
                  <a:pt x="131" y="101"/>
                </a:cubicBezTo>
                <a:cubicBezTo>
                  <a:pt x="127" y="101"/>
                  <a:pt x="124" y="99"/>
                  <a:pt x="121" y="97"/>
                </a:cubicBezTo>
                <a:cubicBezTo>
                  <a:pt x="119" y="94"/>
                  <a:pt x="117" y="90"/>
                  <a:pt x="117" y="86"/>
                </a:cubicBezTo>
                <a:cubicBezTo>
                  <a:pt x="117" y="82"/>
                  <a:pt x="119" y="79"/>
                  <a:pt x="121" y="76"/>
                </a:cubicBezTo>
                <a:cubicBezTo>
                  <a:pt x="124" y="74"/>
                  <a:pt x="127" y="72"/>
                  <a:pt x="131" y="72"/>
                </a:cubicBezTo>
                <a:close/>
                <a:moveTo>
                  <a:pt x="135" y="83"/>
                </a:moveTo>
                <a:cubicBezTo>
                  <a:pt x="135" y="83"/>
                  <a:pt x="135" y="83"/>
                  <a:pt x="135" y="83"/>
                </a:cubicBezTo>
                <a:cubicBezTo>
                  <a:pt x="134" y="82"/>
                  <a:pt x="132" y="81"/>
                  <a:pt x="131" y="81"/>
                </a:cubicBezTo>
                <a:cubicBezTo>
                  <a:pt x="130" y="81"/>
                  <a:pt x="128" y="82"/>
                  <a:pt x="127" y="83"/>
                </a:cubicBezTo>
                <a:cubicBezTo>
                  <a:pt x="126" y="84"/>
                  <a:pt x="126" y="85"/>
                  <a:pt x="126" y="86"/>
                </a:cubicBezTo>
                <a:cubicBezTo>
                  <a:pt x="126" y="88"/>
                  <a:pt x="126" y="89"/>
                  <a:pt x="127" y="90"/>
                </a:cubicBezTo>
                <a:cubicBezTo>
                  <a:pt x="128" y="91"/>
                  <a:pt x="130" y="92"/>
                  <a:pt x="131" y="92"/>
                </a:cubicBezTo>
                <a:cubicBezTo>
                  <a:pt x="132" y="92"/>
                  <a:pt x="134" y="91"/>
                  <a:pt x="135" y="90"/>
                </a:cubicBezTo>
                <a:cubicBezTo>
                  <a:pt x="136" y="89"/>
                  <a:pt x="136" y="88"/>
                  <a:pt x="136" y="86"/>
                </a:cubicBezTo>
                <a:cubicBezTo>
                  <a:pt x="136" y="85"/>
                  <a:pt x="136" y="84"/>
                  <a:pt x="135" y="8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7" name="Rectangle 24"/>
          <p:cNvSpPr>
            <a:spLocks noChangeArrowheads="1"/>
          </p:cNvSpPr>
          <p:nvPr/>
        </p:nvSpPr>
        <p:spPr bwMode="auto">
          <a:xfrm>
            <a:off x="788639" y="3417842"/>
            <a:ext cx="1466850" cy="980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文本需求生成</a:t>
            </a:r>
          </a:p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从自然语言中完成语义解析、子需求拆分与价值补全。</a:t>
            </a:r>
          </a:p>
        </p:txBody>
      </p:sp>
      <p:sp>
        <p:nvSpPr>
          <p:cNvPr id="31" name="Freeform 21"/>
          <p:cNvSpPr>
            <a:spLocks noEditPoints="1"/>
          </p:cNvSpPr>
          <p:nvPr/>
        </p:nvSpPr>
        <p:spPr bwMode="auto">
          <a:xfrm>
            <a:off x="7678865" y="3628254"/>
            <a:ext cx="240302" cy="245718"/>
          </a:xfrm>
          <a:custGeom>
            <a:avLst/>
            <a:gdLst>
              <a:gd name="T0" fmla="*/ 26 w 90"/>
              <a:gd name="T1" fmla="*/ 19 h 91"/>
              <a:gd name="T2" fmla="*/ 19 w 90"/>
              <a:gd name="T3" fmla="*/ 26 h 91"/>
              <a:gd name="T4" fmla="*/ 18 w 90"/>
              <a:gd name="T5" fmla="*/ 34 h 91"/>
              <a:gd name="T6" fmla="*/ 22 w 90"/>
              <a:gd name="T7" fmla="*/ 29 h 91"/>
              <a:gd name="T8" fmla="*/ 29 w 90"/>
              <a:gd name="T9" fmla="*/ 23 h 91"/>
              <a:gd name="T10" fmla="*/ 33 w 90"/>
              <a:gd name="T11" fmla="*/ 18 h 91"/>
              <a:gd name="T12" fmla="*/ 89 w 90"/>
              <a:gd name="T13" fmla="*/ 84 h 91"/>
              <a:gd name="T14" fmla="*/ 73 w 90"/>
              <a:gd name="T15" fmla="*/ 67 h 91"/>
              <a:gd name="T16" fmla="*/ 82 w 90"/>
              <a:gd name="T17" fmla="*/ 41 h 91"/>
              <a:gd name="T18" fmla="*/ 79 w 90"/>
              <a:gd name="T19" fmla="*/ 25 h 91"/>
              <a:gd name="T20" fmla="*/ 70 w 90"/>
              <a:gd name="T21" fmla="*/ 12 h 91"/>
              <a:gd name="T22" fmla="*/ 41 w 90"/>
              <a:gd name="T23" fmla="*/ 0 h 91"/>
              <a:gd name="T24" fmla="*/ 3 w 90"/>
              <a:gd name="T25" fmla="*/ 25 h 91"/>
              <a:gd name="T26" fmla="*/ 3 w 90"/>
              <a:gd name="T27" fmla="*/ 57 h 91"/>
              <a:gd name="T28" fmla="*/ 12 w 90"/>
              <a:gd name="T29" fmla="*/ 70 h 91"/>
              <a:gd name="T30" fmla="*/ 25 w 90"/>
              <a:gd name="T31" fmla="*/ 79 h 91"/>
              <a:gd name="T32" fmla="*/ 25 w 90"/>
              <a:gd name="T33" fmla="*/ 79 h 91"/>
              <a:gd name="T34" fmla="*/ 57 w 90"/>
              <a:gd name="T35" fmla="*/ 79 h 91"/>
              <a:gd name="T36" fmla="*/ 84 w 90"/>
              <a:gd name="T37" fmla="*/ 89 h 91"/>
              <a:gd name="T38" fmla="*/ 89 w 90"/>
              <a:gd name="T39" fmla="*/ 84 h 91"/>
              <a:gd name="T40" fmla="*/ 65 w 90"/>
              <a:gd name="T41" fmla="*/ 65 h 91"/>
              <a:gd name="T42" fmla="*/ 54 w 90"/>
              <a:gd name="T43" fmla="*/ 72 h 91"/>
              <a:gd name="T44" fmla="*/ 28 w 90"/>
              <a:gd name="T45" fmla="*/ 72 h 91"/>
              <a:gd name="T46" fmla="*/ 17 w 90"/>
              <a:gd name="T47" fmla="*/ 65 h 91"/>
              <a:gd name="T48" fmla="*/ 17 w 90"/>
              <a:gd name="T49" fmla="*/ 65 h 91"/>
              <a:gd name="T50" fmla="*/ 10 w 90"/>
              <a:gd name="T51" fmla="*/ 54 h 91"/>
              <a:gd name="T52" fmla="*/ 10 w 90"/>
              <a:gd name="T53" fmla="*/ 28 h 91"/>
              <a:gd name="T54" fmla="*/ 41 w 90"/>
              <a:gd name="T55" fmla="*/ 7 h 91"/>
              <a:gd name="T56" fmla="*/ 65 w 90"/>
              <a:gd name="T57" fmla="*/ 17 h 91"/>
              <a:gd name="T58" fmla="*/ 72 w 90"/>
              <a:gd name="T59" fmla="*/ 28 h 91"/>
              <a:gd name="T60" fmla="*/ 75 w 90"/>
              <a:gd name="T61" fmla="*/ 41 h 91"/>
              <a:gd name="T62" fmla="*/ 65 w 90"/>
              <a:gd name="T63" fmla="*/ 65 h 91"/>
              <a:gd name="T64" fmla="*/ 65 w 90"/>
              <a:gd name="T65" fmla="*/ 39 h 91"/>
              <a:gd name="T66" fmla="*/ 61 w 90"/>
              <a:gd name="T67" fmla="*/ 50 h 91"/>
              <a:gd name="T68" fmla="*/ 57 w 90"/>
              <a:gd name="T69" fmla="*/ 57 h 91"/>
              <a:gd name="T70" fmla="*/ 41 w 90"/>
              <a:gd name="T71" fmla="*/ 63 h 91"/>
              <a:gd name="T72" fmla="*/ 41 w 90"/>
              <a:gd name="T73" fmla="*/ 68 h 91"/>
              <a:gd name="T74" fmla="*/ 60 w 90"/>
              <a:gd name="T75" fmla="*/ 60 h 91"/>
              <a:gd name="T76" fmla="*/ 66 w 90"/>
              <a:gd name="T77" fmla="*/ 51 h 91"/>
              <a:gd name="T78" fmla="*/ 65 w 90"/>
              <a:gd name="T79" fmla="*/ 39 h 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90" h="91">
                <a:moveTo>
                  <a:pt x="30" y="16"/>
                </a:moveTo>
                <a:cubicBezTo>
                  <a:pt x="29" y="17"/>
                  <a:pt x="27" y="18"/>
                  <a:pt x="26" y="19"/>
                </a:cubicBezTo>
                <a:cubicBezTo>
                  <a:pt x="25" y="20"/>
                  <a:pt x="23" y="21"/>
                  <a:pt x="22" y="22"/>
                </a:cubicBezTo>
                <a:cubicBezTo>
                  <a:pt x="21" y="23"/>
                  <a:pt x="20" y="25"/>
                  <a:pt x="19" y="26"/>
                </a:cubicBezTo>
                <a:cubicBezTo>
                  <a:pt x="18" y="28"/>
                  <a:pt x="17" y="29"/>
                  <a:pt x="16" y="31"/>
                </a:cubicBezTo>
                <a:cubicBezTo>
                  <a:pt x="16" y="32"/>
                  <a:pt x="16" y="33"/>
                  <a:pt x="18" y="34"/>
                </a:cubicBezTo>
                <a:cubicBezTo>
                  <a:pt x="19" y="34"/>
                  <a:pt x="20" y="34"/>
                  <a:pt x="20" y="32"/>
                </a:cubicBezTo>
                <a:cubicBezTo>
                  <a:pt x="21" y="31"/>
                  <a:pt x="22" y="30"/>
                  <a:pt x="22" y="29"/>
                </a:cubicBezTo>
                <a:cubicBezTo>
                  <a:pt x="23" y="28"/>
                  <a:pt x="24" y="26"/>
                  <a:pt x="25" y="25"/>
                </a:cubicBezTo>
                <a:cubicBezTo>
                  <a:pt x="26" y="24"/>
                  <a:pt x="27" y="23"/>
                  <a:pt x="29" y="23"/>
                </a:cubicBezTo>
                <a:cubicBezTo>
                  <a:pt x="30" y="22"/>
                  <a:pt x="31" y="21"/>
                  <a:pt x="32" y="21"/>
                </a:cubicBezTo>
                <a:cubicBezTo>
                  <a:pt x="33" y="20"/>
                  <a:pt x="34" y="19"/>
                  <a:pt x="33" y="18"/>
                </a:cubicBezTo>
                <a:cubicBezTo>
                  <a:pt x="33" y="17"/>
                  <a:pt x="32" y="16"/>
                  <a:pt x="30" y="16"/>
                </a:cubicBezTo>
                <a:close/>
                <a:moveTo>
                  <a:pt x="89" y="84"/>
                </a:moveTo>
                <a:cubicBezTo>
                  <a:pt x="89" y="84"/>
                  <a:pt x="89" y="84"/>
                  <a:pt x="89" y="84"/>
                </a:cubicBezTo>
                <a:cubicBezTo>
                  <a:pt x="73" y="67"/>
                  <a:pt x="73" y="67"/>
                  <a:pt x="73" y="67"/>
                </a:cubicBezTo>
                <a:cubicBezTo>
                  <a:pt x="75" y="64"/>
                  <a:pt x="77" y="61"/>
                  <a:pt x="79" y="57"/>
                </a:cubicBezTo>
                <a:cubicBezTo>
                  <a:pt x="81" y="52"/>
                  <a:pt x="82" y="47"/>
                  <a:pt x="82" y="41"/>
                </a:cubicBezTo>
                <a:cubicBezTo>
                  <a:pt x="82" y="36"/>
                  <a:pt x="81" y="30"/>
                  <a:pt x="79" y="26"/>
                </a:cubicBezTo>
                <a:cubicBezTo>
                  <a:pt x="79" y="25"/>
                  <a:pt x="79" y="25"/>
                  <a:pt x="79" y="25"/>
                </a:cubicBezTo>
                <a:cubicBezTo>
                  <a:pt x="77" y="20"/>
                  <a:pt x="74" y="16"/>
                  <a:pt x="70" y="12"/>
                </a:cubicBezTo>
                <a:cubicBezTo>
                  <a:pt x="70" y="12"/>
                  <a:pt x="70" y="12"/>
                  <a:pt x="70" y="12"/>
                </a:cubicBezTo>
                <a:cubicBezTo>
                  <a:pt x="66" y="8"/>
                  <a:pt x="62" y="5"/>
                  <a:pt x="57" y="3"/>
                </a:cubicBezTo>
                <a:cubicBezTo>
                  <a:pt x="52" y="1"/>
                  <a:pt x="46" y="0"/>
                  <a:pt x="41" y="0"/>
                </a:cubicBezTo>
                <a:cubicBezTo>
                  <a:pt x="29" y="0"/>
                  <a:pt x="19" y="4"/>
                  <a:pt x="12" y="12"/>
                </a:cubicBezTo>
                <a:cubicBezTo>
                  <a:pt x="8" y="16"/>
                  <a:pt x="5" y="20"/>
                  <a:pt x="3" y="25"/>
                </a:cubicBezTo>
                <a:cubicBezTo>
                  <a:pt x="1" y="30"/>
                  <a:pt x="0" y="36"/>
                  <a:pt x="0" y="41"/>
                </a:cubicBezTo>
                <a:cubicBezTo>
                  <a:pt x="0" y="47"/>
                  <a:pt x="1" y="52"/>
                  <a:pt x="3" y="57"/>
                </a:cubicBezTo>
                <a:cubicBezTo>
                  <a:pt x="3" y="57"/>
                  <a:pt x="3" y="57"/>
                  <a:pt x="3" y="57"/>
                </a:cubicBezTo>
                <a:cubicBezTo>
                  <a:pt x="5" y="62"/>
                  <a:pt x="8" y="66"/>
                  <a:pt x="12" y="70"/>
                </a:cubicBezTo>
                <a:cubicBezTo>
                  <a:pt x="12" y="70"/>
                  <a:pt x="12" y="70"/>
                  <a:pt x="12" y="70"/>
                </a:cubicBezTo>
                <a:cubicBezTo>
                  <a:pt x="16" y="74"/>
                  <a:pt x="20" y="77"/>
                  <a:pt x="25" y="79"/>
                </a:cubicBezTo>
                <a:cubicBezTo>
                  <a:pt x="25" y="79"/>
                  <a:pt x="25" y="79"/>
                  <a:pt x="25" y="79"/>
                </a:cubicBezTo>
                <a:cubicBezTo>
                  <a:pt x="25" y="79"/>
                  <a:pt x="25" y="79"/>
                  <a:pt x="25" y="79"/>
                </a:cubicBezTo>
                <a:cubicBezTo>
                  <a:pt x="30" y="81"/>
                  <a:pt x="35" y="82"/>
                  <a:pt x="41" y="82"/>
                </a:cubicBezTo>
                <a:cubicBezTo>
                  <a:pt x="46" y="82"/>
                  <a:pt x="52" y="81"/>
                  <a:pt x="57" y="79"/>
                </a:cubicBezTo>
                <a:cubicBezTo>
                  <a:pt x="61" y="78"/>
                  <a:pt x="64" y="75"/>
                  <a:pt x="67" y="73"/>
                </a:cubicBezTo>
                <a:cubicBezTo>
                  <a:pt x="84" y="89"/>
                  <a:pt x="84" y="89"/>
                  <a:pt x="84" y="89"/>
                </a:cubicBezTo>
                <a:cubicBezTo>
                  <a:pt x="85" y="91"/>
                  <a:pt x="88" y="91"/>
                  <a:pt x="89" y="89"/>
                </a:cubicBezTo>
                <a:cubicBezTo>
                  <a:pt x="90" y="88"/>
                  <a:pt x="90" y="85"/>
                  <a:pt x="89" y="84"/>
                </a:cubicBezTo>
                <a:close/>
                <a:moveTo>
                  <a:pt x="65" y="65"/>
                </a:moveTo>
                <a:cubicBezTo>
                  <a:pt x="65" y="65"/>
                  <a:pt x="65" y="65"/>
                  <a:pt x="65" y="65"/>
                </a:cubicBezTo>
                <a:cubicBezTo>
                  <a:pt x="65" y="65"/>
                  <a:pt x="65" y="65"/>
                  <a:pt x="65" y="65"/>
                </a:cubicBezTo>
                <a:cubicBezTo>
                  <a:pt x="62" y="68"/>
                  <a:pt x="58" y="71"/>
                  <a:pt x="54" y="72"/>
                </a:cubicBezTo>
                <a:cubicBezTo>
                  <a:pt x="50" y="74"/>
                  <a:pt x="45" y="75"/>
                  <a:pt x="41" y="75"/>
                </a:cubicBezTo>
                <a:cubicBezTo>
                  <a:pt x="36" y="75"/>
                  <a:pt x="32" y="74"/>
                  <a:pt x="28" y="72"/>
                </a:cubicBezTo>
                <a:cubicBezTo>
                  <a:pt x="28" y="72"/>
                  <a:pt x="28" y="72"/>
                  <a:pt x="28" y="72"/>
                </a:cubicBezTo>
                <a:cubicBezTo>
                  <a:pt x="24" y="71"/>
                  <a:pt x="20" y="68"/>
                  <a:pt x="17" y="65"/>
                </a:cubicBezTo>
                <a:cubicBezTo>
                  <a:pt x="17" y="65"/>
                  <a:pt x="17" y="65"/>
                  <a:pt x="17" y="65"/>
                </a:cubicBezTo>
                <a:cubicBezTo>
                  <a:pt x="17" y="65"/>
                  <a:pt x="17" y="65"/>
                  <a:pt x="17" y="65"/>
                </a:cubicBezTo>
                <a:cubicBezTo>
                  <a:pt x="14" y="62"/>
                  <a:pt x="11" y="58"/>
                  <a:pt x="10" y="54"/>
                </a:cubicBezTo>
                <a:cubicBezTo>
                  <a:pt x="10" y="54"/>
                  <a:pt x="10" y="54"/>
                  <a:pt x="10" y="54"/>
                </a:cubicBezTo>
                <a:cubicBezTo>
                  <a:pt x="8" y="50"/>
                  <a:pt x="7" y="46"/>
                  <a:pt x="7" y="41"/>
                </a:cubicBezTo>
                <a:cubicBezTo>
                  <a:pt x="7" y="37"/>
                  <a:pt x="8" y="32"/>
                  <a:pt x="10" y="28"/>
                </a:cubicBezTo>
                <a:cubicBezTo>
                  <a:pt x="11" y="24"/>
                  <a:pt x="14" y="20"/>
                  <a:pt x="17" y="17"/>
                </a:cubicBezTo>
                <a:cubicBezTo>
                  <a:pt x="23" y="11"/>
                  <a:pt x="32" y="7"/>
                  <a:pt x="41" y="7"/>
                </a:cubicBezTo>
                <a:cubicBezTo>
                  <a:pt x="45" y="7"/>
                  <a:pt x="50" y="8"/>
                  <a:pt x="54" y="10"/>
                </a:cubicBezTo>
                <a:cubicBezTo>
                  <a:pt x="58" y="12"/>
                  <a:pt x="62" y="14"/>
                  <a:pt x="65" y="17"/>
                </a:cubicBezTo>
                <a:cubicBezTo>
                  <a:pt x="65" y="17"/>
                  <a:pt x="65" y="17"/>
                  <a:pt x="65" y="17"/>
                </a:cubicBezTo>
                <a:cubicBezTo>
                  <a:pt x="68" y="21"/>
                  <a:pt x="70" y="24"/>
                  <a:pt x="72" y="28"/>
                </a:cubicBezTo>
                <a:cubicBezTo>
                  <a:pt x="72" y="28"/>
                  <a:pt x="72" y="28"/>
                  <a:pt x="72" y="28"/>
                </a:cubicBezTo>
                <a:cubicBezTo>
                  <a:pt x="74" y="32"/>
                  <a:pt x="75" y="37"/>
                  <a:pt x="75" y="41"/>
                </a:cubicBezTo>
                <a:cubicBezTo>
                  <a:pt x="75" y="46"/>
                  <a:pt x="74" y="50"/>
                  <a:pt x="72" y="54"/>
                </a:cubicBezTo>
                <a:cubicBezTo>
                  <a:pt x="70" y="58"/>
                  <a:pt x="68" y="62"/>
                  <a:pt x="65" y="65"/>
                </a:cubicBezTo>
                <a:close/>
                <a:moveTo>
                  <a:pt x="65" y="39"/>
                </a:moveTo>
                <a:cubicBezTo>
                  <a:pt x="65" y="39"/>
                  <a:pt x="65" y="39"/>
                  <a:pt x="65" y="39"/>
                </a:cubicBezTo>
                <a:cubicBezTo>
                  <a:pt x="64" y="39"/>
                  <a:pt x="63" y="40"/>
                  <a:pt x="63" y="41"/>
                </a:cubicBezTo>
                <a:cubicBezTo>
                  <a:pt x="63" y="44"/>
                  <a:pt x="62" y="47"/>
                  <a:pt x="61" y="50"/>
                </a:cubicBezTo>
                <a:cubicBezTo>
                  <a:pt x="61" y="50"/>
                  <a:pt x="61" y="50"/>
                  <a:pt x="61" y="50"/>
                </a:cubicBezTo>
                <a:cubicBezTo>
                  <a:pt x="60" y="52"/>
                  <a:pt x="59" y="55"/>
                  <a:pt x="57" y="57"/>
                </a:cubicBezTo>
                <a:cubicBezTo>
                  <a:pt x="54" y="59"/>
                  <a:pt x="52" y="60"/>
                  <a:pt x="49" y="62"/>
                </a:cubicBezTo>
                <a:cubicBezTo>
                  <a:pt x="47" y="63"/>
                  <a:pt x="44" y="63"/>
                  <a:pt x="41" y="63"/>
                </a:cubicBezTo>
                <a:cubicBezTo>
                  <a:pt x="40" y="63"/>
                  <a:pt x="39" y="64"/>
                  <a:pt x="39" y="66"/>
                </a:cubicBezTo>
                <a:cubicBezTo>
                  <a:pt x="39" y="67"/>
                  <a:pt x="40" y="68"/>
                  <a:pt x="41" y="68"/>
                </a:cubicBezTo>
                <a:cubicBezTo>
                  <a:pt x="44" y="68"/>
                  <a:pt x="48" y="67"/>
                  <a:pt x="51" y="66"/>
                </a:cubicBezTo>
                <a:cubicBezTo>
                  <a:pt x="54" y="64"/>
                  <a:pt x="57" y="63"/>
                  <a:pt x="60" y="60"/>
                </a:cubicBezTo>
                <a:cubicBezTo>
                  <a:pt x="62" y="58"/>
                  <a:pt x="64" y="55"/>
                  <a:pt x="66" y="51"/>
                </a:cubicBezTo>
                <a:cubicBezTo>
                  <a:pt x="66" y="51"/>
                  <a:pt x="66" y="51"/>
                  <a:pt x="66" y="51"/>
                </a:cubicBezTo>
                <a:cubicBezTo>
                  <a:pt x="67" y="48"/>
                  <a:pt x="68" y="45"/>
                  <a:pt x="68" y="41"/>
                </a:cubicBezTo>
                <a:cubicBezTo>
                  <a:pt x="68" y="40"/>
                  <a:pt x="67" y="39"/>
                  <a:pt x="65" y="3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2" name="Freeform 24"/>
          <p:cNvSpPr>
            <a:spLocks noEditPoints="1"/>
          </p:cNvSpPr>
          <p:nvPr/>
        </p:nvSpPr>
        <p:spPr bwMode="auto">
          <a:xfrm>
            <a:off x="6455817" y="2017038"/>
            <a:ext cx="238125" cy="224898"/>
          </a:xfrm>
          <a:custGeom>
            <a:avLst/>
            <a:gdLst>
              <a:gd name="T0" fmla="*/ 48 w 98"/>
              <a:gd name="T1" fmla="*/ 24 h 92"/>
              <a:gd name="T2" fmla="*/ 50 w 98"/>
              <a:gd name="T3" fmla="*/ 53 h 92"/>
              <a:gd name="T4" fmla="*/ 52 w 98"/>
              <a:gd name="T5" fmla="*/ 17 h 92"/>
              <a:gd name="T6" fmla="*/ 48 w 98"/>
              <a:gd name="T7" fmla="*/ 16 h 92"/>
              <a:gd name="T8" fmla="*/ 41 w 98"/>
              <a:gd name="T9" fmla="*/ 28 h 92"/>
              <a:gd name="T10" fmla="*/ 94 w 98"/>
              <a:gd name="T11" fmla="*/ 12 h 92"/>
              <a:gd name="T12" fmla="*/ 84 w 98"/>
              <a:gd name="T13" fmla="*/ 12 h 92"/>
              <a:gd name="T14" fmla="*/ 80 w 98"/>
              <a:gd name="T15" fmla="*/ 0 h 92"/>
              <a:gd name="T16" fmla="*/ 14 w 98"/>
              <a:gd name="T17" fmla="*/ 4 h 92"/>
              <a:gd name="T18" fmla="*/ 3 w 98"/>
              <a:gd name="T19" fmla="*/ 12 h 92"/>
              <a:gd name="T20" fmla="*/ 0 w 98"/>
              <a:gd name="T21" fmla="*/ 37 h 92"/>
              <a:gd name="T22" fmla="*/ 6 w 98"/>
              <a:gd name="T23" fmla="*/ 52 h 92"/>
              <a:gd name="T24" fmla="*/ 45 w 98"/>
              <a:gd name="T25" fmla="*/ 75 h 92"/>
              <a:gd name="T26" fmla="*/ 29 w 98"/>
              <a:gd name="T27" fmla="*/ 84 h 92"/>
              <a:gd name="T28" fmla="*/ 29 w 98"/>
              <a:gd name="T29" fmla="*/ 92 h 92"/>
              <a:gd name="T30" fmla="*/ 73 w 98"/>
              <a:gd name="T31" fmla="*/ 88 h 92"/>
              <a:gd name="T32" fmla="*/ 53 w 98"/>
              <a:gd name="T33" fmla="*/ 84 h 92"/>
              <a:gd name="T34" fmla="*/ 78 w 98"/>
              <a:gd name="T35" fmla="*/ 59 h 92"/>
              <a:gd name="T36" fmla="*/ 92 w 98"/>
              <a:gd name="T37" fmla="*/ 52 h 92"/>
              <a:gd name="T38" fmla="*/ 98 w 98"/>
              <a:gd name="T39" fmla="*/ 16 h 92"/>
              <a:gd name="T40" fmla="*/ 11 w 98"/>
              <a:gd name="T41" fmla="*/ 47 h 92"/>
              <a:gd name="T42" fmla="*/ 7 w 98"/>
              <a:gd name="T43" fmla="*/ 37 h 92"/>
              <a:gd name="T44" fmla="*/ 14 w 98"/>
              <a:gd name="T45" fmla="*/ 20 h 92"/>
              <a:gd name="T46" fmla="*/ 15 w 98"/>
              <a:gd name="T47" fmla="*/ 50 h 92"/>
              <a:gd name="T48" fmla="*/ 76 w 98"/>
              <a:gd name="T49" fmla="*/ 40 h 92"/>
              <a:gd name="T50" fmla="*/ 73 w 98"/>
              <a:gd name="T51" fmla="*/ 53 h 92"/>
              <a:gd name="T52" fmla="*/ 49 w 98"/>
              <a:gd name="T53" fmla="*/ 67 h 92"/>
              <a:gd name="T54" fmla="*/ 24 w 98"/>
              <a:gd name="T55" fmla="*/ 53 h 92"/>
              <a:gd name="T56" fmla="*/ 21 w 98"/>
              <a:gd name="T57" fmla="*/ 40 h 92"/>
              <a:gd name="T58" fmla="*/ 76 w 98"/>
              <a:gd name="T59" fmla="*/ 8 h 92"/>
              <a:gd name="T60" fmla="*/ 91 w 98"/>
              <a:gd name="T61" fmla="*/ 37 h 92"/>
              <a:gd name="T62" fmla="*/ 86 w 98"/>
              <a:gd name="T63" fmla="*/ 47 h 92"/>
              <a:gd name="T64" fmla="*/ 83 w 98"/>
              <a:gd name="T65" fmla="*/ 50 h 92"/>
              <a:gd name="T66" fmla="*/ 84 w 98"/>
              <a:gd name="T67" fmla="*/ 40 h 92"/>
              <a:gd name="T68" fmla="*/ 91 w 98"/>
              <a:gd name="T69" fmla="*/ 20 h 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98" h="92">
                <a:moveTo>
                  <a:pt x="44" y="28"/>
                </a:moveTo>
                <a:cubicBezTo>
                  <a:pt x="48" y="24"/>
                  <a:pt x="48" y="24"/>
                  <a:pt x="48" y="24"/>
                </a:cubicBezTo>
                <a:cubicBezTo>
                  <a:pt x="48" y="51"/>
                  <a:pt x="48" y="51"/>
                  <a:pt x="48" y="51"/>
                </a:cubicBezTo>
                <a:cubicBezTo>
                  <a:pt x="48" y="52"/>
                  <a:pt x="49" y="53"/>
                  <a:pt x="50" y="53"/>
                </a:cubicBezTo>
                <a:cubicBezTo>
                  <a:pt x="51" y="53"/>
                  <a:pt x="52" y="52"/>
                  <a:pt x="52" y="51"/>
                </a:cubicBezTo>
                <a:cubicBezTo>
                  <a:pt x="52" y="17"/>
                  <a:pt x="52" y="17"/>
                  <a:pt x="52" y="17"/>
                </a:cubicBezTo>
                <a:cubicBezTo>
                  <a:pt x="52" y="16"/>
                  <a:pt x="51" y="15"/>
                  <a:pt x="50" y="15"/>
                </a:cubicBezTo>
                <a:cubicBezTo>
                  <a:pt x="49" y="15"/>
                  <a:pt x="48" y="15"/>
                  <a:pt x="48" y="16"/>
                </a:cubicBezTo>
                <a:cubicBezTo>
                  <a:pt x="41" y="25"/>
                  <a:pt x="41" y="25"/>
                  <a:pt x="41" y="25"/>
                </a:cubicBezTo>
                <a:cubicBezTo>
                  <a:pt x="40" y="26"/>
                  <a:pt x="40" y="28"/>
                  <a:pt x="41" y="28"/>
                </a:cubicBezTo>
                <a:cubicBezTo>
                  <a:pt x="42" y="29"/>
                  <a:pt x="44" y="29"/>
                  <a:pt x="44" y="28"/>
                </a:cubicBezTo>
                <a:close/>
                <a:moveTo>
                  <a:pt x="94" y="12"/>
                </a:moveTo>
                <a:cubicBezTo>
                  <a:pt x="94" y="12"/>
                  <a:pt x="94" y="12"/>
                  <a:pt x="94" y="12"/>
                </a:cubicBezTo>
                <a:cubicBezTo>
                  <a:pt x="84" y="12"/>
                  <a:pt x="84" y="12"/>
                  <a:pt x="84" y="12"/>
                </a:cubicBezTo>
                <a:cubicBezTo>
                  <a:pt x="84" y="4"/>
                  <a:pt x="84" y="4"/>
                  <a:pt x="84" y="4"/>
                </a:cubicBezTo>
                <a:cubicBezTo>
                  <a:pt x="84" y="2"/>
                  <a:pt x="82" y="0"/>
                  <a:pt x="80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15" y="0"/>
                  <a:pt x="14" y="2"/>
                  <a:pt x="14" y="4"/>
                </a:cubicBezTo>
                <a:cubicBezTo>
                  <a:pt x="14" y="12"/>
                  <a:pt x="14" y="12"/>
                  <a:pt x="14" y="12"/>
                </a:cubicBezTo>
                <a:cubicBezTo>
                  <a:pt x="3" y="12"/>
                  <a:pt x="3" y="12"/>
                  <a:pt x="3" y="12"/>
                </a:cubicBezTo>
                <a:cubicBezTo>
                  <a:pt x="1" y="12"/>
                  <a:pt x="0" y="14"/>
                  <a:pt x="0" y="16"/>
                </a:cubicBezTo>
                <a:cubicBezTo>
                  <a:pt x="0" y="37"/>
                  <a:pt x="0" y="37"/>
                  <a:pt x="0" y="37"/>
                </a:cubicBezTo>
                <a:cubicBezTo>
                  <a:pt x="0" y="43"/>
                  <a:pt x="2" y="48"/>
                  <a:pt x="6" y="52"/>
                </a:cubicBezTo>
                <a:cubicBezTo>
                  <a:pt x="6" y="52"/>
                  <a:pt x="6" y="52"/>
                  <a:pt x="6" y="52"/>
                </a:cubicBezTo>
                <a:cubicBezTo>
                  <a:pt x="9" y="56"/>
                  <a:pt x="14" y="58"/>
                  <a:pt x="19" y="59"/>
                </a:cubicBezTo>
                <a:cubicBezTo>
                  <a:pt x="25" y="68"/>
                  <a:pt x="35" y="74"/>
                  <a:pt x="45" y="75"/>
                </a:cubicBezTo>
                <a:cubicBezTo>
                  <a:pt x="45" y="84"/>
                  <a:pt x="45" y="84"/>
                  <a:pt x="45" y="84"/>
                </a:cubicBezTo>
                <a:cubicBezTo>
                  <a:pt x="29" y="84"/>
                  <a:pt x="29" y="84"/>
                  <a:pt x="29" y="84"/>
                </a:cubicBezTo>
                <a:cubicBezTo>
                  <a:pt x="27" y="84"/>
                  <a:pt x="25" y="86"/>
                  <a:pt x="25" y="88"/>
                </a:cubicBezTo>
                <a:cubicBezTo>
                  <a:pt x="25" y="90"/>
                  <a:pt x="27" y="92"/>
                  <a:pt x="29" y="92"/>
                </a:cubicBezTo>
                <a:cubicBezTo>
                  <a:pt x="69" y="92"/>
                  <a:pt x="69" y="92"/>
                  <a:pt x="69" y="92"/>
                </a:cubicBezTo>
                <a:cubicBezTo>
                  <a:pt x="71" y="92"/>
                  <a:pt x="73" y="90"/>
                  <a:pt x="73" y="88"/>
                </a:cubicBezTo>
                <a:cubicBezTo>
                  <a:pt x="73" y="86"/>
                  <a:pt x="71" y="84"/>
                  <a:pt x="69" y="84"/>
                </a:cubicBezTo>
                <a:cubicBezTo>
                  <a:pt x="53" y="84"/>
                  <a:pt x="53" y="84"/>
                  <a:pt x="53" y="84"/>
                </a:cubicBezTo>
                <a:cubicBezTo>
                  <a:pt x="53" y="75"/>
                  <a:pt x="53" y="75"/>
                  <a:pt x="53" y="75"/>
                </a:cubicBezTo>
                <a:cubicBezTo>
                  <a:pt x="63" y="74"/>
                  <a:pt x="73" y="68"/>
                  <a:pt x="78" y="59"/>
                </a:cubicBezTo>
                <a:cubicBezTo>
                  <a:pt x="84" y="58"/>
                  <a:pt x="88" y="56"/>
                  <a:pt x="92" y="53"/>
                </a:cubicBezTo>
                <a:cubicBezTo>
                  <a:pt x="92" y="52"/>
                  <a:pt x="92" y="52"/>
                  <a:pt x="92" y="52"/>
                </a:cubicBezTo>
                <a:cubicBezTo>
                  <a:pt x="96" y="48"/>
                  <a:pt x="98" y="43"/>
                  <a:pt x="98" y="37"/>
                </a:cubicBezTo>
                <a:cubicBezTo>
                  <a:pt x="98" y="16"/>
                  <a:pt x="98" y="16"/>
                  <a:pt x="98" y="16"/>
                </a:cubicBezTo>
                <a:cubicBezTo>
                  <a:pt x="98" y="14"/>
                  <a:pt x="96" y="12"/>
                  <a:pt x="94" y="12"/>
                </a:cubicBezTo>
                <a:close/>
                <a:moveTo>
                  <a:pt x="11" y="47"/>
                </a:moveTo>
                <a:cubicBezTo>
                  <a:pt x="11" y="47"/>
                  <a:pt x="11" y="47"/>
                  <a:pt x="11" y="47"/>
                </a:cubicBezTo>
                <a:cubicBezTo>
                  <a:pt x="9" y="44"/>
                  <a:pt x="7" y="41"/>
                  <a:pt x="7" y="37"/>
                </a:cubicBezTo>
                <a:cubicBezTo>
                  <a:pt x="7" y="20"/>
                  <a:pt x="7" y="20"/>
                  <a:pt x="7" y="20"/>
                </a:cubicBezTo>
                <a:cubicBezTo>
                  <a:pt x="14" y="20"/>
                  <a:pt x="14" y="20"/>
                  <a:pt x="14" y="20"/>
                </a:cubicBezTo>
                <a:cubicBezTo>
                  <a:pt x="14" y="40"/>
                  <a:pt x="14" y="40"/>
                  <a:pt x="14" y="40"/>
                </a:cubicBezTo>
                <a:cubicBezTo>
                  <a:pt x="14" y="44"/>
                  <a:pt x="14" y="47"/>
                  <a:pt x="15" y="50"/>
                </a:cubicBezTo>
                <a:cubicBezTo>
                  <a:pt x="14" y="49"/>
                  <a:pt x="12" y="48"/>
                  <a:pt x="11" y="47"/>
                </a:cubicBezTo>
                <a:close/>
                <a:moveTo>
                  <a:pt x="76" y="40"/>
                </a:moveTo>
                <a:cubicBezTo>
                  <a:pt x="76" y="40"/>
                  <a:pt x="76" y="40"/>
                  <a:pt x="76" y="40"/>
                </a:cubicBezTo>
                <a:cubicBezTo>
                  <a:pt x="76" y="45"/>
                  <a:pt x="75" y="49"/>
                  <a:pt x="73" y="53"/>
                </a:cubicBezTo>
                <a:cubicBezTo>
                  <a:pt x="73" y="53"/>
                  <a:pt x="73" y="53"/>
                  <a:pt x="73" y="53"/>
                </a:cubicBezTo>
                <a:cubicBezTo>
                  <a:pt x="69" y="62"/>
                  <a:pt x="59" y="67"/>
                  <a:pt x="49" y="67"/>
                </a:cubicBezTo>
                <a:cubicBezTo>
                  <a:pt x="39" y="67"/>
                  <a:pt x="29" y="62"/>
                  <a:pt x="24" y="53"/>
                </a:cubicBezTo>
                <a:cubicBezTo>
                  <a:pt x="24" y="53"/>
                  <a:pt x="24" y="53"/>
                  <a:pt x="24" y="53"/>
                </a:cubicBezTo>
                <a:cubicBezTo>
                  <a:pt x="22" y="49"/>
                  <a:pt x="21" y="45"/>
                  <a:pt x="21" y="40"/>
                </a:cubicBezTo>
                <a:cubicBezTo>
                  <a:pt x="21" y="40"/>
                  <a:pt x="21" y="40"/>
                  <a:pt x="21" y="40"/>
                </a:cubicBezTo>
                <a:cubicBezTo>
                  <a:pt x="21" y="8"/>
                  <a:pt x="21" y="8"/>
                  <a:pt x="21" y="8"/>
                </a:cubicBezTo>
                <a:cubicBezTo>
                  <a:pt x="76" y="8"/>
                  <a:pt x="76" y="8"/>
                  <a:pt x="76" y="8"/>
                </a:cubicBezTo>
                <a:cubicBezTo>
                  <a:pt x="76" y="40"/>
                  <a:pt x="76" y="40"/>
                  <a:pt x="76" y="40"/>
                </a:cubicBezTo>
                <a:close/>
                <a:moveTo>
                  <a:pt x="91" y="37"/>
                </a:moveTo>
                <a:cubicBezTo>
                  <a:pt x="91" y="37"/>
                  <a:pt x="91" y="37"/>
                  <a:pt x="91" y="37"/>
                </a:cubicBezTo>
                <a:cubicBezTo>
                  <a:pt x="91" y="41"/>
                  <a:pt x="89" y="44"/>
                  <a:pt x="86" y="47"/>
                </a:cubicBezTo>
                <a:cubicBezTo>
                  <a:pt x="86" y="47"/>
                  <a:pt x="86" y="47"/>
                  <a:pt x="86" y="47"/>
                </a:cubicBezTo>
                <a:cubicBezTo>
                  <a:pt x="85" y="48"/>
                  <a:pt x="84" y="49"/>
                  <a:pt x="83" y="50"/>
                </a:cubicBezTo>
                <a:cubicBezTo>
                  <a:pt x="84" y="47"/>
                  <a:pt x="84" y="44"/>
                  <a:pt x="84" y="40"/>
                </a:cubicBezTo>
                <a:cubicBezTo>
                  <a:pt x="84" y="40"/>
                  <a:pt x="84" y="40"/>
                  <a:pt x="84" y="40"/>
                </a:cubicBezTo>
                <a:cubicBezTo>
                  <a:pt x="84" y="20"/>
                  <a:pt x="84" y="20"/>
                  <a:pt x="84" y="20"/>
                </a:cubicBezTo>
                <a:cubicBezTo>
                  <a:pt x="91" y="20"/>
                  <a:pt x="91" y="20"/>
                  <a:pt x="91" y="20"/>
                </a:cubicBezTo>
                <a:cubicBezTo>
                  <a:pt x="91" y="37"/>
                  <a:pt x="91" y="37"/>
                  <a:pt x="91" y="3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3" name="Rectangle 24"/>
          <p:cNvSpPr>
            <a:spLocks noChangeArrowheads="1"/>
          </p:cNvSpPr>
          <p:nvPr/>
        </p:nvSpPr>
        <p:spPr bwMode="auto">
          <a:xfrm>
            <a:off x="3274914" y="3417842"/>
            <a:ext cx="1703385" cy="980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需求文档提取生成</a:t>
            </a:r>
          </a:p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解析文档段落，筛选功能性描述并批量生成用户故事。</a:t>
            </a:r>
          </a:p>
        </p:txBody>
      </p:sp>
      <p:sp>
        <p:nvSpPr>
          <p:cNvPr id="34" name="Rectangle 24"/>
          <p:cNvSpPr>
            <a:spLocks noChangeArrowheads="1"/>
          </p:cNvSpPr>
          <p:nvPr/>
        </p:nvSpPr>
        <p:spPr bwMode="auto">
          <a:xfrm>
            <a:off x="5841454" y="3417842"/>
            <a:ext cx="1466850" cy="980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结构化输出</a:t>
            </a:r>
          </a:p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输出核心字段、验收标准、优先级、故事点、依赖关系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</a:rPr>
              <a:t>.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。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" name="Rectangle 24"/>
          <p:cNvSpPr>
            <a:spLocks noChangeArrowheads="1"/>
          </p:cNvSpPr>
          <p:nvPr/>
        </p:nvSpPr>
        <p:spPr bwMode="auto">
          <a:xfrm>
            <a:off x="2027022" y="1638999"/>
            <a:ext cx="1721022" cy="980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代码片段反向生成</a:t>
            </a:r>
          </a:p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依据函数名、接口路径、参数和返回逻辑推断功能意图。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6" name="Rectangle 24"/>
          <p:cNvSpPr>
            <a:spLocks noChangeArrowheads="1"/>
          </p:cNvSpPr>
          <p:nvPr/>
        </p:nvSpPr>
        <p:spPr bwMode="auto">
          <a:xfrm>
            <a:off x="4471608" y="1638999"/>
            <a:ext cx="1760142" cy="980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项目源码归纳生成</a:t>
            </a:r>
          </a:p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结合目录结构、路由、接口、组件和服务逻辑识别模块功能。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7" name="Rectangle 24"/>
          <p:cNvSpPr>
            <a:spLocks noChangeArrowheads="1"/>
          </p:cNvSpPr>
          <p:nvPr/>
        </p:nvSpPr>
        <p:spPr bwMode="auto">
          <a:xfrm>
            <a:off x="7065590" y="1630233"/>
            <a:ext cx="1466850" cy="980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格式校验</a:t>
            </a:r>
          </a:p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检查结构完整性、语义一致性、粒度合理性与可测试性。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8" name="Rectangle 24"/>
          <p:cNvSpPr>
            <a:spLocks noChangeArrowheads="1"/>
          </p:cNvSpPr>
          <p:nvPr/>
        </p:nvSpPr>
        <p:spPr bwMode="auto">
          <a:xfrm>
            <a:off x="1167382" y="2827279"/>
            <a:ext cx="709364" cy="221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en-US" altLang="zh-CN" sz="1200" b="1" dirty="0">
                <a:solidFill>
                  <a:schemeClr val="bg1"/>
                </a:solidFill>
              </a:rPr>
              <a:t>STEP 01</a:t>
            </a:r>
            <a:endParaRPr lang="en-US" altLang="zh-CN" sz="1050" dirty="0">
              <a:solidFill>
                <a:schemeClr val="bg1"/>
              </a:solidFill>
            </a:endParaRPr>
          </a:p>
        </p:txBody>
      </p:sp>
      <p:sp>
        <p:nvSpPr>
          <p:cNvPr id="39" name="Rectangle 24"/>
          <p:cNvSpPr>
            <a:spLocks noChangeArrowheads="1"/>
          </p:cNvSpPr>
          <p:nvPr/>
        </p:nvSpPr>
        <p:spPr bwMode="auto">
          <a:xfrm>
            <a:off x="2547788" y="2827279"/>
            <a:ext cx="709364" cy="221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en-US" altLang="zh-CN" sz="1200" b="1" dirty="0">
                <a:solidFill>
                  <a:schemeClr val="bg1"/>
                </a:solidFill>
              </a:rPr>
              <a:t>STEP 02</a:t>
            </a:r>
            <a:endParaRPr lang="en-US" altLang="zh-CN" sz="1050" dirty="0">
              <a:solidFill>
                <a:schemeClr val="bg1"/>
              </a:solidFill>
            </a:endParaRPr>
          </a:p>
        </p:txBody>
      </p:sp>
      <p:sp>
        <p:nvSpPr>
          <p:cNvPr id="40" name="Rectangle 24"/>
          <p:cNvSpPr>
            <a:spLocks noChangeArrowheads="1"/>
          </p:cNvSpPr>
          <p:nvPr/>
        </p:nvSpPr>
        <p:spPr bwMode="auto">
          <a:xfrm>
            <a:off x="3771925" y="2827279"/>
            <a:ext cx="709364" cy="221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en-US" altLang="zh-CN" sz="1200" b="1" dirty="0">
                <a:solidFill>
                  <a:schemeClr val="bg1"/>
                </a:solidFill>
              </a:rPr>
              <a:t>STEP 03</a:t>
            </a:r>
            <a:endParaRPr lang="en-US" altLang="zh-CN" sz="1050" dirty="0">
              <a:solidFill>
                <a:schemeClr val="bg1"/>
              </a:solidFill>
            </a:endParaRPr>
          </a:p>
        </p:txBody>
      </p:sp>
      <p:sp>
        <p:nvSpPr>
          <p:cNvPr id="41" name="Rectangle 24"/>
          <p:cNvSpPr>
            <a:spLocks noChangeArrowheads="1"/>
          </p:cNvSpPr>
          <p:nvPr/>
        </p:nvSpPr>
        <p:spPr bwMode="auto">
          <a:xfrm>
            <a:off x="4994473" y="2827279"/>
            <a:ext cx="709364" cy="221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en-US" altLang="zh-CN" sz="1200" b="1" dirty="0">
                <a:solidFill>
                  <a:schemeClr val="bg1"/>
                </a:solidFill>
              </a:rPr>
              <a:t>STEP 04</a:t>
            </a:r>
            <a:endParaRPr lang="en-US" altLang="zh-CN" sz="1050" dirty="0">
              <a:solidFill>
                <a:schemeClr val="bg1"/>
              </a:solidFill>
            </a:endParaRPr>
          </a:p>
        </p:txBody>
      </p:sp>
      <p:sp>
        <p:nvSpPr>
          <p:cNvPr id="42" name="Rectangle 24"/>
          <p:cNvSpPr>
            <a:spLocks noChangeArrowheads="1"/>
          </p:cNvSpPr>
          <p:nvPr/>
        </p:nvSpPr>
        <p:spPr bwMode="auto">
          <a:xfrm>
            <a:off x="6218610" y="2827279"/>
            <a:ext cx="709364" cy="221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en-US" altLang="zh-CN" sz="1200" b="1" dirty="0">
                <a:solidFill>
                  <a:schemeClr val="bg1"/>
                </a:solidFill>
              </a:rPr>
              <a:t>STEP 05</a:t>
            </a:r>
            <a:endParaRPr lang="en-US" altLang="zh-CN" sz="1050" dirty="0">
              <a:solidFill>
                <a:schemeClr val="bg1"/>
              </a:solidFill>
            </a:endParaRPr>
          </a:p>
        </p:txBody>
      </p:sp>
      <p:sp>
        <p:nvSpPr>
          <p:cNvPr id="43" name="Rectangle 24"/>
          <p:cNvSpPr>
            <a:spLocks noChangeArrowheads="1"/>
          </p:cNvSpPr>
          <p:nvPr/>
        </p:nvSpPr>
        <p:spPr bwMode="auto">
          <a:xfrm>
            <a:off x="7444333" y="2827279"/>
            <a:ext cx="709364" cy="221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en-US" altLang="zh-CN" sz="1200" b="1" dirty="0">
                <a:solidFill>
                  <a:schemeClr val="bg1"/>
                </a:solidFill>
              </a:rPr>
              <a:t>STEP 06</a:t>
            </a:r>
            <a:endParaRPr lang="en-US" altLang="zh-CN" sz="1050" dirty="0">
              <a:solidFill>
                <a:schemeClr val="bg1"/>
              </a:solidFill>
            </a:endParaRPr>
          </a:p>
        </p:txBody>
      </p:sp>
      <p:sp>
        <p:nvSpPr>
          <p:cNvPr id="47" name="Rectangle 39"/>
          <p:cNvSpPr>
            <a:spLocks noChangeArrowheads="1"/>
          </p:cNvSpPr>
          <p:nvPr/>
        </p:nvSpPr>
        <p:spPr bwMode="auto">
          <a:xfrm>
            <a:off x="416159" y="278281"/>
            <a:ext cx="3355766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buFont typeface="Arial" pitchFamily="34" charset="0"/>
              <a:buNone/>
            </a:pP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此多来源用户故事生成方法</a:t>
            </a:r>
          </a:p>
          <a:p>
            <a:pPr>
              <a:buFont typeface="Arial" pitchFamily="34" charset="0"/>
              <a:buNone/>
            </a:pPr>
            <a:endParaRPr lang="en-US" altLang="zh-CN" sz="2000" dirty="0">
              <a:solidFill>
                <a:schemeClr val="accent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48" name="组合 47"/>
          <p:cNvGrpSpPr/>
          <p:nvPr/>
        </p:nvGrpSpPr>
        <p:grpSpPr>
          <a:xfrm>
            <a:off x="416158" y="699542"/>
            <a:ext cx="899592" cy="56017"/>
            <a:chOff x="0" y="2842590"/>
            <a:chExt cx="7054752" cy="89199"/>
          </a:xfrm>
        </p:grpSpPr>
        <p:sp>
          <p:nvSpPr>
            <p:cNvPr id="49" name="矩形 48"/>
            <p:cNvSpPr/>
            <p:nvPr/>
          </p:nvSpPr>
          <p:spPr>
            <a:xfrm>
              <a:off x="0" y="2842590"/>
              <a:ext cx="1763688" cy="891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矩形 49"/>
            <p:cNvSpPr/>
            <p:nvPr/>
          </p:nvSpPr>
          <p:spPr>
            <a:xfrm>
              <a:off x="1763688" y="2842590"/>
              <a:ext cx="1763688" cy="891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矩形 50"/>
            <p:cNvSpPr/>
            <p:nvPr/>
          </p:nvSpPr>
          <p:spPr>
            <a:xfrm>
              <a:off x="3527376" y="2842590"/>
              <a:ext cx="1763688" cy="8919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 51"/>
            <p:cNvSpPr/>
            <p:nvPr/>
          </p:nvSpPr>
          <p:spPr>
            <a:xfrm>
              <a:off x="5291064" y="2842590"/>
              <a:ext cx="1763688" cy="891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/>
          <p:cNvSpPr/>
          <p:nvPr/>
        </p:nvSpPr>
        <p:spPr>
          <a:xfrm>
            <a:off x="4573570" y="2676794"/>
            <a:ext cx="870751" cy="12153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indent="-17145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原型实现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  <a:p>
            <a:pPr marL="171450" indent="-17145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功能验证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  <a:p>
            <a:pPr marL="171450" indent="-17145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主要工作</a:t>
            </a:r>
            <a:endParaRPr lang="en-US" altLang="zh-CN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  <a:p>
            <a:pPr marL="171450" indent="-17145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sz="1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展望</a:t>
            </a:r>
          </a:p>
          <a:p>
            <a:pPr marL="171450" indent="-171450">
              <a:lnSpc>
                <a:spcPct val="150000"/>
              </a:lnSpc>
              <a:buFont typeface="Wingdings" pitchFamily="2" charset="2"/>
              <a:buChar char="ü"/>
            </a:pPr>
            <a:endParaRPr lang="zh-CN" altLang="en-US" sz="10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5364088" y="2070506"/>
            <a:ext cx="273630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ln w="6350"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Impact" pitchFamily="34" charset="0"/>
                <a:ea typeface="微软雅黑" pitchFamily="34" charset="-122"/>
              </a:rPr>
              <a:t>系统实现与测试总结</a:t>
            </a:r>
          </a:p>
        </p:txBody>
      </p:sp>
      <p:sp>
        <p:nvSpPr>
          <p:cNvPr id="41" name="矩形 40"/>
          <p:cNvSpPr/>
          <p:nvPr/>
        </p:nvSpPr>
        <p:spPr>
          <a:xfrm>
            <a:off x="4573570" y="1790523"/>
            <a:ext cx="79051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4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Impact" pitchFamily="34" charset="0"/>
                <a:ea typeface="微软雅黑" pitchFamily="34" charset="-122"/>
              </a:rPr>
              <a:t>05</a:t>
            </a:r>
            <a:endParaRPr lang="zh-CN" altLang="en-US" sz="4400" dirty="0">
              <a:ln w="6350">
                <a:noFill/>
              </a:ln>
              <a:solidFill>
                <a:schemeClr val="bg1">
                  <a:lumMod val="50000"/>
                </a:schemeClr>
              </a:solidFill>
              <a:latin typeface="Impact" pitchFamily="34" charset="0"/>
              <a:ea typeface="微软雅黑" pitchFamily="34" charset="-122"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0" y="2517744"/>
            <a:ext cx="9144000" cy="54006"/>
            <a:chOff x="2190216" y="0"/>
            <a:chExt cx="7128792" cy="108012"/>
          </a:xfrm>
        </p:grpSpPr>
        <p:sp>
          <p:nvSpPr>
            <p:cNvPr id="50" name="矩形 49"/>
            <p:cNvSpPr/>
            <p:nvPr/>
          </p:nvSpPr>
          <p:spPr>
            <a:xfrm>
              <a:off x="2190216" y="0"/>
              <a:ext cx="1188132" cy="10801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矩形 52"/>
            <p:cNvSpPr/>
            <p:nvPr/>
          </p:nvSpPr>
          <p:spPr>
            <a:xfrm>
              <a:off x="3378348" y="0"/>
              <a:ext cx="1188132" cy="10801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矩形 55"/>
            <p:cNvSpPr/>
            <p:nvPr/>
          </p:nvSpPr>
          <p:spPr>
            <a:xfrm>
              <a:off x="4566480" y="0"/>
              <a:ext cx="1188132" cy="10801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矩形 56"/>
            <p:cNvSpPr/>
            <p:nvPr/>
          </p:nvSpPr>
          <p:spPr>
            <a:xfrm>
              <a:off x="5754612" y="0"/>
              <a:ext cx="1188132" cy="10801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矩形 57"/>
            <p:cNvSpPr/>
            <p:nvPr/>
          </p:nvSpPr>
          <p:spPr>
            <a:xfrm>
              <a:off x="6942744" y="0"/>
              <a:ext cx="1188132" cy="10801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矩形 73"/>
            <p:cNvSpPr/>
            <p:nvPr/>
          </p:nvSpPr>
          <p:spPr>
            <a:xfrm>
              <a:off x="8130876" y="0"/>
              <a:ext cx="1188132" cy="108012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52" name="组合 6151"/>
          <p:cNvGrpSpPr/>
          <p:nvPr/>
        </p:nvGrpSpPr>
        <p:grpSpPr>
          <a:xfrm>
            <a:off x="1508125" y="1981926"/>
            <a:ext cx="1949450" cy="1951640"/>
            <a:chOff x="1903413" y="1601788"/>
            <a:chExt cx="1949450" cy="1951038"/>
          </a:xfrm>
        </p:grpSpPr>
        <p:sp>
          <p:nvSpPr>
            <p:cNvPr id="28" name="Oval 6"/>
            <p:cNvSpPr>
              <a:spLocks noChangeArrowheads="1"/>
            </p:cNvSpPr>
            <p:nvPr/>
          </p:nvSpPr>
          <p:spPr bwMode="auto">
            <a:xfrm>
              <a:off x="1911350" y="1611313"/>
              <a:ext cx="1931987" cy="193198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Oval 7"/>
            <p:cNvSpPr>
              <a:spLocks noChangeArrowheads="1"/>
            </p:cNvSpPr>
            <p:nvPr/>
          </p:nvSpPr>
          <p:spPr bwMode="auto">
            <a:xfrm>
              <a:off x="2730500" y="2430463"/>
              <a:ext cx="295275" cy="295275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" name="Freeform 8"/>
            <p:cNvSpPr>
              <a:spLocks noEditPoints="1"/>
            </p:cNvSpPr>
            <p:nvPr/>
          </p:nvSpPr>
          <p:spPr bwMode="auto">
            <a:xfrm>
              <a:off x="1903413" y="1601788"/>
              <a:ext cx="1949450" cy="1951038"/>
            </a:xfrm>
            <a:custGeom>
              <a:avLst/>
              <a:gdLst>
                <a:gd name="T0" fmla="*/ 660 w 1320"/>
                <a:gd name="T1" fmla="*/ 0 h 1320"/>
                <a:gd name="T2" fmla="*/ 0 w 1320"/>
                <a:gd name="T3" fmla="*/ 660 h 1320"/>
                <a:gd name="T4" fmla="*/ 660 w 1320"/>
                <a:gd name="T5" fmla="*/ 1320 h 1320"/>
                <a:gd name="T6" fmla="*/ 1320 w 1320"/>
                <a:gd name="T7" fmla="*/ 660 h 1320"/>
                <a:gd name="T8" fmla="*/ 660 w 1320"/>
                <a:gd name="T9" fmla="*/ 0 h 1320"/>
                <a:gd name="T10" fmla="*/ 660 w 1320"/>
                <a:gd name="T11" fmla="*/ 1224 h 1320"/>
                <a:gd name="T12" fmla="*/ 96 w 1320"/>
                <a:gd name="T13" fmla="*/ 660 h 1320"/>
                <a:gd name="T14" fmla="*/ 660 w 1320"/>
                <a:gd name="T15" fmla="*/ 96 h 1320"/>
                <a:gd name="T16" fmla="*/ 1224 w 1320"/>
                <a:gd name="T17" fmla="*/ 660 h 1320"/>
                <a:gd name="T18" fmla="*/ 660 w 1320"/>
                <a:gd name="T19" fmla="*/ 1224 h 1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20" h="1320">
                  <a:moveTo>
                    <a:pt x="660" y="0"/>
                  </a:moveTo>
                  <a:cubicBezTo>
                    <a:pt x="295" y="0"/>
                    <a:pt x="0" y="296"/>
                    <a:pt x="0" y="660"/>
                  </a:cubicBezTo>
                  <a:cubicBezTo>
                    <a:pt x="0" y="1025"/>
                    <a:pt x="295" y="1320"/>
                    <a:pt x="660" y="1320"/>
                  </a:cubicBezTo>
                  <a:cubicBezTo>
                    <a:pt x="1025" y="1320"/>
                    <a:pt x="1320" y="1025"/>
                    <a:pt x="1320" y="660"/>
                  </a:cubicBezTo>
                  <a:cubicBezTo>
                    <a:pt x="1320" y="296"/>
                    <a:pt x="1025" y="0"/>
                    <a:pt x="660" y="0"/>
                  </a:cubicBezTo>
                  <a:close/>
                  <a:moveTo>
                    <a:pt x="660" y="1224"/>
                  </a:moveTo>
                  <a:cubicBezTo>
                    <a:pt x="349" y="1224"/>
                    <a:pt x="96" y="972"/>
                    <a:pt x="96" y="660"/>
                  </a:cubicBezTo>
                  <a:cubicBezTo>
                    <a:pt x="96" y="349"/>
                    <a:pt x="349" y="96"/>
                    <a:pt x="660" y="96"/>
                  </a:cubicBezTo>
                  <a:cubicBezTo>
                    <a:pt x="971" y="96"/>
                    <a:pt x="1224" y="349"/>
                    <a:pt x="1224" y="660"/>
                  </a:cubicBezTo>
                  <a:cubicBezTo>
                    <a:pt x="1224" y="972"/>
                    <a:pt x="971" y="1224"/>
                    <a:pt x="660" y="122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" name="Freeform 9"/>
            <p:cNvSpPr>
              <a:spLocks noEditPoints="1"/>
            </p:cNvSpPr>
            <p:nvPr/>
          </p:nvSpPr>
          <p:spPr bwMode="auto">
            <a:xfrm>
              <a:off x="2181225" y="1882776"/>
              <a:ext cx="1392237" cy="1390650"/>
            </a:xfrm>
            <a:custGeom>
              <a:avLst/>
              <a:gdLst>
                <a:gd name="T0" fmla="*/ 471 w 942"/>
                <a:gd name="T1" fmla="*/ 0 h 941"/>
                <a:gd name="T2" fmla="*/ 0 w 942"/>
                <a:gd name="T3" fmla="*/ 470 h 941"/>
                <a:gd name="T4" fmla="*/ 471 w 942"/>
                <a:gd name="T5" fmla="*/ 941 h 941"/>
                <a:gd name="T6" fmla="*/ 942 w 942"/>
                <a:gd name="T7" fmla="*/ 470 h 941"/>
                <a:gd name="T8" fmla="*/ 471 w 942"/>
                <a:gd name="T9" fmla="*/ 0 h 941"/>
                <a:gd name="T10" fmla="*/ 471 w 942"/>
                <a:gd name="T11" fmla="*/ 854 h 941"/>
                <a:gd name="T12" fmla="*/ 87 w 942"/>
                <a:gd name="T13" fmla="*/ 470 h 941"/>
                <a:gd name="T14" fmla="*/ 471 w 942"/>
                <a:gd name="T15" fmla="*/ 86 h 941"/>
                <a:gd name="T16" fmla="*/ 855 w 942"/>
                <a:gd name="T17" fmla="*/ 470 h 941"/>
                <a:gd name="T18" fmla="*/ 471 w 942"/>
                <a:gd name="T19" fmla="*/ 854 h 9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42" h="941">
                  <a:moveTo>
                    <a:pt x="471" y="0"/>
                  </a:moveTo>
                  <a:cubicBezTo>
                    <a:pt x="211" y="0"/>
                    <a:pt x="0" y="210"/>
                    <a:pt x="0" y="470"/>
                  </a:cubicBezTo>
                  <a:cubicBezTo>
                    <a:pt x="0" y="730"/>
                    <a:pt x="211" y="941"/>
                    <a:pt x="471" y="941"/>
                  </a:cubicBezTo>
                  <a:cubicBezTo>
                    <a:pt x="731" y="941"/>
                    <a:pt x="942" y="730"/>
                    <a:pt x="942" y="470"/>
                  </a:cubicBezTo>
                  <a:cubicBezTo>
                    <a:pt x="942" y="210"/>
                    <a:pt x="731" y="0"/>
                    <a:pt x="471" y="0"/>
                  </a:cubicBezTo>
                  <a:close/>
                  <a:moveTo>
                    <a:pt x="471" y="854"/>
                  </a:moveTo>
                  <a:cubicBezTo>
                    <a:pt x="259" y="854"/>
                    <a:pt x="87" y="682"/>
                    <a:pt x="87" y="470"/>
                  </a:cubicBezTo>
                  <a:cubicBezTo>
                    <a:pt x="87" y="258"/>
                    <a:pt x="259" y="86"/>
                    <a:pt x="471" y="86"/>
                  </a:cubicBezTo>
                  <a:cubicBezTo>
                    <a:pt x="683" y="86"/>
                    <a:pt x="855" y="258"/>
                    <a:pt x="855" y="470"/>
                  </a:cubicBezTo>
                  <a:cubicBezTo>
                    <a:pt x="855" y="682"/>
                    <a:pt x="683" y="854"/>
                    <a:pt x="471" y="85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44" name="Freeform 10"/>
            <p:cNvSpPr>
              <a:spLocks noEditPoints="1"/>
            </p:cNvSpPr>
            <p:nvPr/>
          </p:nvSpPr>
          <p:spPr bwMode="auto">
            <a:xfrm>
              <a:off x="2468563" y="2168526"/>
              <a:ext cx="819150" cy="819150"/>
            </a:xfrm>
            <a:custGeom>
              <a:avLst/>
              <a:gdLst>
                <a:gd name="T0" fmla="*/ 277 w 554"/>
                <a:gd name="T1" fmla="*/ 0 h 555"/>
                <a:gd name="T2" fmla="*/ 0 w 554"/>
                <a:gd name="T3" fmla="*/ 277 h 555"/>
                <a:gd name="T4" fmla="*/ 277 w 554"/>
                <a:gd name="T5" fmla="*/ 555 h 555"/>
                <a:gd name="T6" fmla="*/ 554 w 554"/>
                <a:gd name="T7" fmla="*/ 277 h 555"/>
                <a:gd name="T8" fmla="*/ 277 w 554"/>
                <a:gd name="T9" fmla="*/ 0 h 555"/>
                <a:gd name="T10" fmla="*/ 277 w 554"/>
                <a:gd name="T11" fmla="*/ 464 h 555"/>
                <a:gd name="T12" fmla="*/ 90 w 554"/>
                <a:gd name="T13" fmla="*/ 277 h 555"/>
                <a:gd name="T14" fmla="*/ 277 w 554"/>
                <a:gd name="T15" fmla="*/ 91 h 555"/>
                <a:gd name="T16" fmla="*/ 464 w 554"/>
                <a:gd name="T17" fmla="*/ 277 h 555"/>
                <a:gd name="T18" fmla="*/ 277 w 554"/>
                <a:gd name="T19" fmla="*/ 464 h 5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54" h="555">
                  <a:moveTo>
                    <a:pt x="277" y="0"/>
                  </a:moveTo>
                  <a:cubicBezTo>
                    <a:pt x="124" y="0"/>
                    <a:pt x="0" y="124"/>
                    <a:pt x="0" y="277"/>
                  </a:cubicBezTo>
                  <a:cubicBezTo>
                    <a:pt x="0" y="430"/>
                    <a:pt x="124" y="555"/>
                    <a:pt x="277" y="555"/>
                  </a:cubicBezTo>
                  <a:cubicBezTo>
                    <a:pt x="430" y="555"/>
                    <a:pt x="554" y="430"/>
                    <a:pt x="554" y="277"/>
                  </a:cubicBezTo>
                  <a:cubicBezTo>
                    <a:pt x="554" y="124"/>
                    <a:pt x="430" y="0"/>
                    <a:pt x="277" y="0"/>
                  </a:cubicBezTo>
                  <a:close/>
                  <a:moveTo>
                    <a:pt x="277" y="464"/>
                  </a:moveTo>
                  <a:cubicBezTo>
                    <a:pt x="174" y="464"/>
                    <a:pt x="90" y="380"/>
                    <a:pt x="90" y="277"/>
                  </a:cubicBezTo>
                  <a:cubicBezTo>
                    <a:pt x="90" y="174"/>
                    <a:pt x="174" y="91"/>
                    <a:pt x="277" y="91"/>
                  </a:cubicBezTo>
                  <a:cubicBezTo>
                    <a:pt x="380" y="91"/>
                    <a:pt x="464" y="174"/>
                    <a:pt x="464" y="277"/>
                  </a:cubicBezTo>
                  <a:cubicBezTo>
                    <a:pt x="464" y="380"/>
                    <a:pt x="380" y="464"/>
                    <a:pt x="277" y="46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6151" name="组合 6150"/>
          <p:cNvGrpSpPr/>
          <p:nvPr/>
        </p:nvGrpSpPr>
        <p:grpSpPr>
          <a:xfrm>
            <a:off x="1112839" y="1797719"/>
            <a:ext cx="1373187" cy="1160821"/>
            <a:chOff x="1508126" y="1417638"/>
            <a:chExt cx="1373187" cy="1160463"/>
          </a:xfrm>
        </p:grpSpPr>
        <p:sp>
          <p:nvSpPr>
            <p:cNvPr id="6145" name="Freeform 11"/>
            <p:cNvSpPr/>
            <p:nvPr/>
          </p:nvSpPr>
          <p:spPr bwMode="auto">
            <a:xfrm>
              <a:off x="1508126" y="1636713"/>
              <a:ext cx="444500" cy="239713"/>
            </a:xfrm>
            <a:custGeom>
              <a:avLst/>
              <a:gdLst>
                <a:gd name="T0" fmla="*/ 280 w 280"/>
                <a:gd name="T1" fmla="*/ 117 h 151"/>
                <a:gd name="T2" fmla="*/ 146 w 280"/>
                <a:gd name="T3" fmla="*/ 151 h 151"/>
                <a:gd name="T4" fmla="*/ 0 w 280"/>
                <a:gd name="T5" fmla="*/ 33 h 151"/>
                <a:gd name="T6" fmla="*/ 134 w 280"/>
                <a:gd name="T7" fmla="*/ 0 h 151"/>
                <a:gd name="T8" fmla="*/ 280 w 280"/>
                <a:gd name="T9" fmla="*/ 117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0" h="151">
                  <a:moveTo>
                    <a:pt x="280" y="117"/>
                  </a:moveTo>
                  <a:lnTo>
                    <a:pt x="146" y="151"/>
                  </a:lnTo>
                  <a:lnTo>
                    <a:pt x="0" y="33"/>
                  </a:lnTo>
                  <a:lnTo>
                    <a:pt x="134" y="0"/>
                  </a:lnTo>
                  <a:lnTo>
                    <a:pt x="280" y="11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47" name="Freeform 12"/>
            <p:cNvSpPr/>
            <p:nvPr/>
          </p:nvSpPr>
          <p:spPr bwMode="auto">
            <a:xfrm>
              <a:off x="1720850" y="1417638"/>
              <a:ext cx="238125" cy="404813"/>
            </a:xfrm>
            <a:custGeom>
              <a:avLst/>
              <a:gdLst>
                <a:gd name="T0" fmla="*/ 146 w 150"/>
                <a:gd name="T1" fmla="*/ 255 h 255"/>
                <a:gd name="T2" fmla="*/ 150 w 150"/>
                <a:gd name="T3" fmla="*/ 117 h 255"/>
                <a:gd name="T4" fmla="*/ 4 w 150"/>
                <a:gd name="T5" fmla="*/ 0 h 255"/>
                <a:gd name="T6" fmla="*/ 0 w 150"/>
                <a:gd name="T7" fmla="*/ 138 h 255"/>
                <a:gd name="T8" fmla="*/ 146 w 150"/>
                <a:gd name="T9" fmla="*/ 255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0" h="255">
                  <a:moveTo>
                    <a:pt x="146" y="255"/>
                  </a:moveTo>
                  <a:lnTo>
                    <a:pt x="150" y="117"/>
                  </a:lnTo>
                  <a:lnTo>
                    <a:pt x="4" y="0"/>
                  </a:lnTo>
                  <a:lnTo>
                    <a:pt x="0" y="138"/>
                  </a:lnTo>
                  <a:lnTo>
                    <a:pt x="146" y="25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48" name="Freeform 13"/>
            <p:cNvSpPr/>
            <p:nvPr/>
          </p:nvSpPr>
          <p:spPr bwMode="auto">
            <a:xfrm>
              <a:off x="1660525" y="1577976"/>
              <a:ext cx="1174750" cy="965200"/>
            </a:xfrm>
            <a:custGeom>
              <a:avLst/>
              <a:gdLst>
                <a:gd name="T0" fmla="*/ 772 w 795"/>
                <a:gd name="T1" fmla="*/ 654 h 654"/>
                <a:gd name="T2" fmla="*/ 759 w 795"/>
                <a:gd name="T3" fmla="*/ 649 h 654"/>
                <a:gd name="T4" fmla="*/ 10 w 795"/>
                <a:gd name="T5" fmla="*/ 39 h 654"/>
                <a:gd name="T6" fmla="*/ 7 w 795"/>
                <a:gd name="T7" fmla="*/ 10 h 654"/>
                <a:gd name="T8" fmla="*/ 36 w 795"/>
                <a:gd name="T9" fmla="*/ 8 h 654"/>
                <a:gd name="T10" fmla="*/ 785 w 795"/>
                <a:gd name="T11" fmla="*/ 618 h 654"/>
                <a:gd name="T12" fmla="*/ 788 w 795"/>
                <a:gd name="T13" fmla="*/ 646 h 654"/>
                <a:gd name="T14" fmla="*/ 772 w 795"/>
                <a:gd name="T15" fmla="*/ 654 h 6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95" h="654">
                  <a:moveTo>
                    <a:pt x="772" y="654"/>
                  </a:moveTo>
                  <a:cubicBezTo>
                    <a:pt x="768" y="654"/>
                    <a:pt x="763" y="652"/>
                    <a:pt x="759" y="649"/>
                  </a:cubicBezTo>
                  <a:cubicBezTo>
                    <a:pt x="10" y="39"/>
                    <a:pt x="10" y="39"/>
                    <a:pt x="10" y="39"/>
                  </a:cubicBezTo>
                  <a:cubicBezTo>
                    <a:pt x="1" y="32"/>
                    <a:pt x="0" y="19"/>
                    <a:pt x="7" y="10"/>
                  </a:cubicBezTo>
                  <a:cubicBezTo>
                    <a:pt x="14" y="2"/>
                    <a:pt x="27" y="0"/>
                    <a:pt x="36" y="8"/>
                  </a:cubicBezTo>
                  <a:cubicBezTo>
                    <a:pt x="785" y="618"/>
                    <a:pt x="785" y="618"/>
                    <a:pt x="785" y="618"/>
                  </a:cubicBezTo>
                  <a:cubicBezTo>
                    <a:pt x="794" y="625"/>
                    <a:pt x="795" y="638"/>
                    <a:pt x="788" y="646"/>
                  </a:cubicBezTo>
                  <a:cubicBezTo>
                    <a:pt x="784" y="651"/>
                    <a:pt x="778" y="654"/>
                    <a:pt x="772" y="65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49" name="Freeform 14"/>
            <p:cNvSpPr/>
            <p:nvPr/>
          </p:nvSpPr>
          <p:spPr bwMode="auto">
            <a:xfrm>
              <a:off x="2600325" y="2459038"/>
              <a:ext cx="280987" cy="119063"/>
            </a:xfrm>
            <a:custGeom>
              <a:avLst/>
              <a:gdLst>
                <a:gd name="T0" fmla="*/ 0 w 177"/>
                <a:gd name="T1" fmla="*/ 12 h 75"/>
                <a:gd name="T2" fmla="*/ 177 w 177"/>
                <a:gd name="T3" fmla="*/ 75 h 75"/>
                <a:gd name="T4" fmla="*/ 85 w 177"/>
                <a:gd name="T5" fmla="*/ 0 h 75"/>
                <a:gd name="T6" fmla="*/ 0 w 177"/>
                <a:gd name="T7" fmla="*/ 12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7" h="75">
                  <a:moveTo>
                    <a:pt x="0" y="12"/>
                  </a:moveTo>
                  <a:lnTo>
                    <a:pt x="177" y="75"/>
                  </a:lnTo>
                  <a:lnTo>
                    <a:pt x="85" y="0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50" name="Freeform 15"/>
            <p:cNvSpPr/>
            <p:nvPr/>
          </p:nvSpPr>
          <p:spPr bwMode="auto">
            <a:xfrm>
              <a:off x="2725738" y="2324101"/>
              <a:ext cx="155575" cy="254000"/>
            </a:xfrm>
            <a:custGeom>
              <a:avLst/>
              <a:gdLst>
                <a:gd name="T0" fmla="*/ 6 w 98"/>
                <a:gd name="T1" fmla="*/ 85 h 160"/>
                <a:gd name="T2" fmla="*/ 98 w 98"/>
                <a:gd name="T3" fmla="*/ 160 h 160"/>
                <a:gd name="T4" fmla="*/ 0 w 98"/>
                <a:gd name="T5" fmla="*/ 0 h 160"/>
                <a:gd name="T6" fmla="*/ 6 w 98"/>
                <a:gd name="T7" fmla="*/ 85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8" h="160">
                  <a:moveTo>
                    <a:pt x="6" y="85"/>
                  </a:moveTo>
                  <a:lnTo>
                    <a:pt x="98" y="160"/>
                  </a:lnTo>
                  <a:lnTo>
                    <a:pt x="0" y="0"/>
                  </a:lnTo>
                  <a:lnTo>
                    <a:pt x="6" y="85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42" name="Freeform 12"/>
          <p:cNvSpPr/>
          <p:nvPr/>
        </p:nvSpPr>
        <p:spPr bwMode="auto">
          <a:xfrm flipV="1">
            <a:off x="1112839" y="2957745"/>
            <a:ext cx="1373187" cy="1291865"/>
          </a:xfrm>
          <a:custGeom>
            <a:avLst/>
            <a:gdLst/>
            <a:ahLst/>
            <a:cxnLst/>
            <a:rect l="l" t="t" r="r" b="b"/>
            <a:pathLst>
              <a:path w="1373187" h="1291466">
                <a:moveTo>
                  <a:pt x="1373186" y="1291466"/>
                </a:moveTo>
                <a:lnTo>
                  <a:pt x="1316220" y="1239784"/>
                </a:lnTo>
                <a:lnTo>
                  <a:pt x="1316221" y="1239784"/>
                </a:lnTo>
                <a:lnTo>
                  <a:pt x="1373187" y="1291466"/>
                </a:lnTo>
                <a:lnTo>
                  <a:pt x="1217612" y="1008792"/>
                </a:lnTo>
                <a:lnTo>
                  <a:pt x="1224267" y="1113714"/>
                </a:lnTo>
                <a:cubicBezTo>
                  <a:pt x="1123585" y="1022574"/>
                  <a:pt x="907850" y="827283"/>
                  <a:pt x="445585" y="408824"/>
                </a:cubicBezTo>
                <a:lnTo>
                  <a:pt x="450849" y="206706"/>
                </a:lnTo>
                <a:lnTo>
                  <a:pt x="219074" y="0"/>
                </a:lnTo>
                <a:lnTo>
                  <a:pt x="213889" y="199085"/>
                </a:lnTo>
                <a:lnTo>
                  <a:pt x="205595" y="191578"/>
                </a:lnTo>
                <a:cubicBezTo>
                  <a:pt x="192296" y="178438"/>
                  <a:pt x="173086" y="181723"/>
                  <a:pt x="162743" y="194863"/>
                </a:cubicBezTo>
                <a:cubicBezTo>
                  <a:pt x="152399" y="209645"/>
                  <a:pt x="153877" y="230996"/>
                  <a:pt x="167176" y="242494"/>
                </a:cubicBezTo>
                <a:cubicBezTo>
                  <a:pt x="167176" y="242494"/>
                  <a:pt x="167176" y="242494"/>
                  <a:pt x="169337" y="244450"/>
                </a:cubicBezTo>
                <a:lnTo>
                  <a:pt x="178874" y="253084"/>
                </a:lnTo>
                <a:lnTo>
                  <a:pt x="0" y="302108"/>
                </a:lnTo>
                <a:lnTo>
                  <a:pt x="231775" y="510580"/>
                </a:lnTo>
                <a:lnTo>
                  <a:pt x="408272" y="460742"/>
                </a:lnTo>
                <a:cubicBezTo>
                  <a:pt x="557041" y="595413"/>
                  <a:pt x="797608" y="813183"/>
                  <a:pt x="1186619" y="1165328"/>
                </a:cubicBezTo>
                <a:lnTo>
                  <a:pt x="1092199" y="1180163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7" name="Rectangle 24"/>
          <p:cNvSpPr>
            <a:spLocks noChangeArrowheads="1"/>
          </p:cNvSpPr>
          <p:nvPr/>
        </p:nvSpPr>
        <p:spPr bwMode="auto">
          <a:xfrm>
            <a:off x="5148064" y="1301377"/>
            <a:ext cx="3024336" cy="75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前端实现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采用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</a:rPr>
              <a:t>Web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前端页面，实现对话式需求输入、结果展示、评分图表和历史记录查看。</a:t>
            </a:r>
          </a:p>
        </p:txBody>
      </p:sp>
      <p:sp>
        <p:nvSpPr>
          <p:cNvPr id="6153" name="椭圆 6152"/>
          <p:cNvSpPr/>
          <p:nvPr/>
        </p:nvSpPr>
        <p:spPr>
          <a:xfrm>
            <a:off x="4319972" y="1394230"/>
            <a:ext cx="504056" cy="50421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49" name="Rectangle 24"/>
          <p:cNvSpPr>
            <a:spLocks noChangeArrowheads="1"/>
          </p:cNvSpPr>
          <p:nvPr/>
        </p:nvSpPr>
        <p:spPr bwMode="auto">
          <a:xfrm>
            <a:off x="5148064" y="2156406"/>
            <a:ext cx="2664296" cy="75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后端实现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使用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</a:rPr>
              <a:t>Python/</a:t>
            </a:r>
            <a:r>
              <a:rPr lang="en-US" altLang="zh-CN" sz="1200" dirty="0" err="1">
                <a:solidFill>
                  <a:schemeClr val="bg1">
                    <a:lumMod val="50000"/>
                  </a:schemeClr>
                </a:solidFill>
              </a:rPr>
              <a:t>FastAPI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提供接口服务，负责模型调用、多智能体调度和数据返回。</a:t>
            </a:r>
          </a:p>
        </p:txBody>
      </p:sp>
      <p:sp>
        <p:nvSpPr>
          <p:cNvPr id="50" name="椭圆 49"/>
          <p:cNvSpPr/>
          <p:nvPr/>
        </p:nvSpPr>
        <p:spPr>
          <a:xfrm>
            <a:off x="4319972" y="2249259"/>
            <a:ext cx="504056" cy="50421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51" name="Rectangle 24"/>
          <p:cNvSpPr>
            <a:spLocks noChangeArrowheads="1"/>
          </p:cNvSpPr>
          <p:nvPr/>
        </p:nvSpPr>
        <p:spPr bwMode="auto">
          <a:xfrm>
            <a:off x="5148064" y="3004808"/>
            <a:ext cx="2664296" cy="75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流式生成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通过</a:t>
            </a:r>
            <a:r>
              <a:rPr lang="en-US" altLang="zh-CN" sz="1200" dirty="0" err="1">
                <a:solidFill>
                  <a:schemeClr val="bg1">
                    <a:lumMod val="50000"/>
                  </a:schemeClr>
                </a:solidFill>
              </a:rPr>
              <a:t>StreamingResponse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实时返回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</a:rPr>
              <a:t>PM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、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</a:rPr>
              <a:t>QA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、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</a:rPr>
              <a:t>Architect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等智能体的协作过程。</a:t>
            </a:r>
          </a:p>
        </p:txBody>
      </p:sp>
      <p:sp>
        <p:nvSpPr>
          <p:cNvPr id="52" name="椭圆 51"/>
          <p:cNvSpPr/>
          <p:nvPr/>
        </p:nvSpPr>
        <p:spPr>
          <a:xfrm>
            <a:off x="4319972" y="3097661"/>
            <a:ext cx="504056" cy="50421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53" name="Rectangle 24"/>
          <p:cNvSpPr>
            <a:spLocks noChangeArrowheads="1"/>
          </p:cNvSpPr>
          <p:nvPr/>
        </p:nvSpPr>
        <p:spPr bwMode="auto">
          <a:xfrm>
            <a:off x="5148064" y="3859837"/>
            <a:ext cx="2664296" cy="75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</a:pP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PDF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导出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使用</a:t>
            </a:r>
            <a:r>
              <a:rPr lang="en-US" altLang="zh-CN" sz="1200" dirty="0" err="1">
                <a:solidFill>
                  <a:schemeClr val="bg1">
                    <a:lumMod val="50000"/>
                  </a:schemeClr>
                </a:solidFill>
              </a:rPr>
              <a:t>ReportLab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生成结构化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</a:rPr>
              <a:t>PDF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，包含原始需求、需求拆分和用户故事结果。</a:t>
            </a:r>
          </a:p>
        </p:txBody>
      </p:sp>
      <p:sp>
        <p:nvSpPr>
          <p:cNvPr id="54" name="椭圆 53"/>
          <p:cNvSpPr/>
          <p:nvPr/>
        </p:nvSpPr>
        <p:spPr>
          <a:xfrm>
            <a:off x="4319972" y="3952689"/>
            <a:ext cx="504056" cy="50421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26" name="Rectangle 39"/>
          <p:cNvSpPr>
            <a:spLocks noChangeArrowheads="1"/>
          </p:cNvSpPr>
          <p:nvPr/>
        </p:nvSpPr>
        <p:spPr bwMode="auto">
          <a:xfrm>
            <a:off x="416159" y="278281"/>
            <a:ext cx="2778059" cy="307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buFont typeface="Arial" pitchFamily="34" charset="0"/>
              <a:buNone/>
            </a:pP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原型系统实现</a:t>
            </a:r>
          </a:p>
        </p:txBody>
      </p:sp>
      <p:grpSp>
        <p:nvGrpSpPr>
          <p:cNvPr id="27" name="组合 26"/>
          <p:cNvGrpSpPr/>
          <p:nvPr/>
        </p:nvGrpSpPr>
        <p:grpSpPr>
          <a:xfrm>
            <a:off x="416158" y="699542"/>
            <a:ext cx="899592" cy="56017"/>
            <a:chOff x="0" y="2842590"/>
            <a:chExt cx="7054752" cy="89199"/>
          </a:xfrm>
        </p:grpSpPr>
        <p:sp>
          <p:nvSpPr>
            <p:cNvPr id="32" name="矩形 31"/>
            <p:cNvSpPr/>
            <p:nvPr/>
          </p:nvSpPr>
          <p:spPr>
            <a:xfrm>
              <a:off x="0" y="2842590"/>
              <a:ext cx="1763688" cy="891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矩形 32"/>
            <p:cNvSpPr/>
            <p:nvPr/>
          </p:nvSpPr>
          <p:spPr>
            <a:xfrm>
              <a:off x="1763688" y="2842590"/>
              <a:ext cx="1763688" cy="891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矩形 33"/>
            <p:cNvSpPr/>
            <p:nvPr/>
          </p:nvSpPr>
          <p:spPr>
            <a:xfrm>
              <a:off x="3527376" y="2842590"/>
              <a:ext cx="1763688" cy="8919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矩形 34"/>
            <p:cNvSpPr/>
            <p:nvPr/>
          </p:nvSpPr>
          <p:spPr>
            <a:xfrm>
              <a:off x="5291064" y="2842590"/>
              <a:ext cx="1763688" cy="891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6"/>
          <p:cNvSpPr/>
          <p:nvPr/>
        </p:nvSpPr>
        <p:spPr bwMode="auto">
          <a:xfrm>
            <a:off x="3838610" y="1433732"/>
            <a:ext cx="1466781" cy="1470263"/>
          </a:xfrm>
          <a:custGeom>
            <a:avLst/>
            <a:gdLst>
              <a:gd name="T0" fmla="*/ 362 w 725"/>
              <a:gd name="T1" fmla="*/ 0 h 725"/>
              <a:gd name="T2" fmla="*/ 0 w 725"/>
              <a:gd name="T3" fmla="*/ 363 h 725"/>
              <a:gd name="T4" fmla="*/ 362 w 725"/>
              <a:gd name="T5" fmla="*/ 725 h 725"/>
              <a:gd name="T6" fmla="*/ 725 w 725"/>
              <a:gd name="T7" fmla="*/ 363 h 725"/>
              <a:gd name="T8" fmla="*/ 362 w 725"/>
              <a:gd name="T9" fmla="*/ 0 h 7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25" h="725">
                <a:moveTo>
                  <a:pt x="362" y="0"/>
                </a:moveTo>
                <a:cubicBezTo>
                  <a:pt x="162" y="0"/>
                  <a:pt x="0" y="162"/>
                  <a:pt x="0" y="363"/>
                </a:cubicBezTo>
                <a:cubicBezTo>
                  <a:pt x="200" y="363"/>
                  <a:pt x="362" y="525"/>
                  <a:pt x="362" y="725"/>
                </a:cubicBezTo>
                <a:cubicBezTo>
                  <a:pt x="563" y="725"/>
                  <a:pt x="725" y="563"/>
                  <a:pt x="725" y="363"/>
                </a:cubicBezTo>
                <a:cubicBezTo>
                  <a:pt x="725" y="162"/>
                  <a:pt x="563" y="0"/>
                  <a:pt x="362" y="0"/>
                </a:cubicBezTo>
                <a:close/>
              </a:path>
            </a:pathLst>
          </a:custGeom>
          <a:solidFill>
            <a:schemeClr val="accent2"/>
          </a:solidFill>
          <a:ln w="25400" cap="flat">
            <a:solidFill>
              <a:srgbClr val="FFFFFF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5" name="Freeform 7"/>
          <p:cNvSpPr/>
          <p:nvPr/>
        </p:nvSpPr>
        <p:spPr bwMode="auto">
          <a:xfrm>
            <a:off x="4570485" y="2169873"/>
            <a:ext cx="1468800" cy="1470263"/>
          </a:xfrm>
          <a:custGeom>
            <a:avLst/>
            <a:gdLst>
              <a:gd name="T0" fmla="*/ 363 w 726"/>
              <a:gd name="T1" fmla="*/ 0 h 725"/>
              <a:gd name="T2" fmla="*/ 0 w 726"/>
              <a:gd name="T3" fmla="*/ 362 h 725"/>
              <a:gd name="T4" fmla="*/ 363 w 726"/>
              <a:gd name="T5" fmla="*/ 725 h 725"/>
              <a:gd name="T6" fmla="*/ 726 w 726"/>
              <a:gd name="T7" fmla="*/ 362 h 725"/>
              <a:gd name="T8" fmla="*/ 363 w 726"/>
              <a:gd name="T9" fmla="*/ 0 h 7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26" h="725">
                <a:moveTo>
                  <a:pt x="363" y="0"/>
                </a:moveTo>
                <a:cubicBezTo>
                  <a:pt x="363" y="200"/>
                  <a:pt x="201" y="362"/>
                  <a:pt x="0" y="362"/>
                </a:cubicBezTo>
                <a:cubicBezTo>
                  <a:pt x="0" y="562"/>
                  <a:pt x="163" y="725"/>
                  <a:pt x="363" y="725"/>
                </a:cubicBezTo>
                <a:cubicBezTo>
                  <a:pt x="563" y="725"/>
                  <a:pt x="726" y="562"/>
                  <a:pt x="726" y="362"/>
                </a:cubicBezTo>
                <a:cubicBezTo>
                  <a:pt x="726" y="162"/>
                  <a:pt x="563" y="0"/>
                  <a:pt x="363" y="0"/>
                </a:cubicBezTo>
                <a:close/>
              </a:path>
            </a:pathLst>
          </a:custGeom>
          <a:solidFill>
            <a:schemeClr val="accent3"/>
          </a:solidFill>
          <a:ln w="25400" cap="flat">
            <a:solidFill>
              <a:srgbClr val="FFFFFF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Freeform 8"/>
          <p:cNvSpPr/>
          <p:nvPr/>
        </p:nvSpPr>
        <p:spPr bwMode="auto">
          <a:xfrm>
            <a:off x="3103705" y="2169873"/>
            <a:ext cx="1466781" cy="1470263"/>
          </a:xfrm>
          <a:custGeom>
            <a:avLst/>
            <a:gdLst>
              <a:gd name="T0" fmla="*/ 363 w 725"/>
              <a:gd name="T1" fmla="*/ 0 h 725"/>
              <a:gd name="T2" fmla="*/ 0 w 725"/>
              <a:gd name="T3" fmla="*/ 362 h 725"/>
              <a:gd name="T4" fmla="*/ 363 w 725"/>
              <a:gd name="T5" fmla="*/ 725 h 725"/>
              <a:gd name="T6" fmla="*/ 725 w 725"/>
              <a:gd name="T7" fmla="*/ 362 h 725"/>
              <a:gd name="T8" fmla="*/ 363 w 725"/>
              <a:gd name="T9" fmla="*/ 0 h 7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25" h="725">
                <a:moveTo>
                  <a:pt x="363" y="0"/>
                </a:moveTo>
                <a:cubicBezTo>
                  <a:pt x="162" y="0"/>
                  <a:pt x="0" y="162"/>
                  <a:pt x="0" y="362"/>
                </a:cubicBezTo>
                <a:cubicBezTo>
                  <a:pt x="0" y="562"/>
                  <a:pt x="162" y="725"/>
                  <a:pt x="363" y="725"/>
                </a:cubicBezTo>
                <a:cubicBezTo>
                  <a:pt x="363" y="525"/>
                  <a:pt x="525" y="362"/>
                  <a:pt x="725" y="362"/>
                </a:cubicBezTo>
                <a:cubicBezTo>
                  <a:pt x="725" y="162"/>
                  <a:pt x="563" y="0"/>
                  <a:pt x="363" y="0"/>
                </a:cubicBezTo>
                <a:close/>
              </a:path>
            </a:pathLst>
          </a:custGeom>
          <a:solidFill>
            <a:schemeClr val="accent1"/>
          </a:solidFill>
          <a:ln w="25400" cap="flat">
            <a:solidFill>
              <a:srgbClr val="FFFFFF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Freeform 9"/>
          <p:cNvSpPr/>
          <p:nvPr/>
        </p:nvSpPr>
        <p:spPr bwMode="auto">
          <a:xfrm>
            <a:off x="3838610" y="2903994"/>
            <a:ext cx="1466781" cy="1472282"/>
          </a:xfrm>
          <a:custGeom>
            <a:avLst/>
            <a:gdLst>
              <a:gd name="T0" fmla="*/ 362 w 725"/>
              <a:gd name="T1" fmla="*/ 0 h 726"/>
              <a:gd name="T2" fmla="*/ 0 w 725"/>
              <a:gd name="T3" fmla="*/ 363 h 726"/>
              <a:gd name="T4" fmla="*/ 362 w 725"/>
              <a:gd name="T5" fmla="*/ 726 h 726"/>
              <a:gd name="T6" fmla="*/ 725 w 725"/>
              <a:gd name="T7" fmla="*/ 363 h 726"/>
              <a:gd name="T8" fmla="*/ 362 w 725"/>
              <a:gd name="T9" fmla="*/ 0 h 7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25" h="726">
                <a:moveTo>
                  <a:pt x="362" y="0"/>
                </a:moveTo>
                <a:cubicBezTo>
                  <a:pt x="162" y="0"/>
                  <a:pt x="0" y="163"/>
                  <a:pt x="0" y="363"/>
                </a:cubicBezTo>
                <a:cubicBezTo>
                  <a:pt x="0" y="563"/>
                  <a:pt x="162" y="726"/>
                  <a:pt x="362" y="726"/>
                </a:cubicBezTo>
                <a:cubicBezTo>
                  <a:pt x="563" y="726"/>
                  <a:pt x="725" y="563"/>
                  <a:pt x="725" y="363"/>
                </a:cubicBezTo>
                <a:cubicBezTo>
                  <a:pt x="525" y="363"/>
                  <a:pt x="362" y="200"/>
                  <a:pt x="362" y="0"/>
                </a:cubicBezTo>
                <a:close/>
              </a:path>
            </a:pathLst>
          </a:custGeom>
          <a:solidFill>
            <a:schemeClr val="accent4"/>
          </a:solidFill>
          <a:ln w="25400" cap="flat">
            <a:solidFill>
              <a:srgbClr val="FFFFFF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10"/>
          <p:cNvSpPr>
            <a:spLocks noEditPoints="1"/>
          </p:cNvSpPr>
          <p:nvPr/>
        </p:nvSpPr>
        <p:spPr bwMode="auto">
          <a:xfrm>
            <a:off x="1742084" y="1343861"/>
            <a:ext cx="244824" cy="329058"/>
          </a:xfrm>
          <a:custGeom>
            <a:avLst/>
            <a:gdLst>
              <a:gd name="T0" fmla="*/ 96 w 145"/>
              <a:gd name="T1" fmla="*/ 71 h 195"/>
              <a:gd name="T2" fmla="*/ 72 w 145"/>
              <a:gd name="T3" fmla="*/ 81 h 195"/>
              <a:gd name="T4" fmla="*/ 60 w 145"/>
              <a:gd name="T5" fmla="*/ 79 h 195"/>
              <a:gd name="T6" fmla="*/ 49 w 145"/>
              <a:gd name="T7" fmla="*/ 71 h 195"/>
              <a:gd name="T8" fmla="*/ 43 w 145"/>
              <a:gd name="T9" fmla="*/ 71 h 195"/>
              <a:gd name="T10" fmla="*/ 43 w 145"/>
              <a:gd name="T11" fmla="*/ 78 h 195"/>
              <a:gd name="T12" fmla="*/ 56 w 145"/>
              <a:gd name="T13" fmla="*/ 87 h 195"/>
              <a:gd name="T14" fmla="*/ 72 w 145"/>
              <a:gd name="T15" fmla="*/ 90 h 195"/>
              <a:gd name="T16" fmla="*/ 102 w 145"/>
              <a:gd name="T17" fmla="*/ 78 h 195"/>
              <a:gd name="T18" fmla="*/ 102 w 145"/>
              <a:gd name="T19" fmla="*/ 71 h 195"/>
              <a:gd name="T20" fmla="*/ 96 w 145"/>
              <a:gd name="T21" fmla="*/ 71 h 195"/>
              <a:gd name="T22" fmla="*/ 106 w 145"/>
              <a:gd name="T23" fmla="*/ 170 h 195"/>
              <a:gd name="T24" fmla="*/ 106 w 145"/>
              <a:gd name="T25" fmla="*/ 170 h 195"/>
              <a:gd name="T26" fmla="*/ 39 w 145"/>
              <a:gd name="T27" fmla="*/ 170 h 195"/>
              <a:gd name="T28" fmla="*/ 34 w 145"/>
              <a:gd name="T29" fmla="*/ 174 h 195"/>
              <a:gd name="T30" fmla="*/ 39 w 145"/>
              <a:gd name="T31" fmla="*/ 179 h 195"/>
              <a:gd name="T32" fmla="*/ 106 w 145"/>
              <a:gd name="T33" fmla="*/ 179 h 195"/>
              <a:gd name="T34" fmla="*/ 111 w 145"/>
              <a:gd name="T35" fmla="*/ 174 h 195"/>
              <a:gd name="T36" fmla="*/ 106 w 145"/>
              <a:gd name="T37" fmla="*/ 170 h 195"/>
              <a:gd name="T38" fmla="*/ 145 w 145"/>
              <a:gd name="T39" fmla="*/ 75 h 195"/>
              <a:gd name="T40" fmla="*/ 145 w 145"/>
              <a:gd name="T41" fmla="*/ 75 h 195"/>
              <a:gd name="T42" fmla="*/ 124 w 145"/>
              <a:gd name="T43" fmla="*/ 22 h 195"/>
              <a:gd name="T44" fmla="*/ 72 w 145"/>
              <a:gd name="T45" fmla="*/ 0 h 195"/>
              <a:gd name="T46" fmla="*/ 21 w 145"/>
              <a:gd name="T47" fmla="*/ 22 h 195"/>
              <a:gd name="T48" fmla="*/ 0 w 145"/>
              <a:gd name="T49" fmla="*/ 75 h 195"/>
              <a:gd name="T50" fmla="*/ 9 w 145"/>
              <a:gd name="T51" fmla="*/ 112 h 195"/>
              <a:gd name="T52" fmla="*/ 9 w 145"/>
              <a:gd name="T53" fmla="*/ 112 h 195"/>
              <a:gd name="T54" fmla="*/ 31 w 145"/>
              <a:gd name="T55" fmla="*/ 137 h 195"/>
              <a:gd name="T56" fmla="*/ 31 w 145"/>
              <a:gd name="T57" fmla="*/ 158 h 195"/>
              <a:gd name="T58" fmla="*/ 39 w 145"/>
              <a:gd name="T59" fmla="*/ 166 h 195"/>
              <a:gd name="T60" fmla="*/ 106 w 145"/>
              <a:gd name="T61" fmla="*/ 166 h 195"/>
              <a:gd name="T62" fmla="*/ 114 w 145"/>
              <a:gd name="T63" fmla="*/ 158 h 195"/>
              <a:gd name="T64" fmla="*/ 114 w 145"/>
              <a:gd name="T65" fmla="*/ 137 h 195"/>
              <a:gd name="T66" fmla="*/ 136 w 145"/>
              <a:gd name="T67" fmla="*/ 112 h 195"/>
              <a:gd name="T68" fmla="*/ 136 w 145"/>
              <a:gd name="T69" fmla="*/ 112 h 195"/>
              <a:gd name="T70" fmla="*/ 145 w 145"/>
              <a:gd name="T71" fmla="*/ 75 h 195"/>
              <a:gd name="T72" fmla="*/ 123 w 145"/>
              <a:gd name="T73" fmla="*/ 104 h 195"/>
              <a:gd name="T74" fmla="*/ 123 w 145"/>
              <a:gd name="T75" fmla="*/ 104 h 195"/>
              <a:gd name="T76" fmla="*/ 123 w 145"/>
              <a:gd name="T77" fmla="*/ 104 h 195"/>
              <a:gd name="T78" fmla="*/ 123 w 145"/>
              <a:gd name="T79" fmla="*/ 104 h 195"/>
              <a:gd name="T80" fmla="*/ 102 w 145"/>
              <a:gd name="T81" fmla="*/ 126 h 195"/>
              <a:gd name="T82" fmla="*/ 99 w 145"/>
              <a:gd name="T83" fmla="*/ 133 h 195"/>
              <a:gd name="T84" fmla="*/ 99 w 145"/>
              <a:gd name="T85" fmla="*/ 133 h 195"/>
              <a:gd name="T86" fmla="*/ 99 w 145"/>
              <a:gd name="T87" fmla="*/ 150 h 195"/>
              <a:gd name="T88" fmla="*/ 46 w 145"/>
              <a:gd name="T89" fmla="*/ 150 h 195"/>
              <a:gd name="T90" fmla="*/ 46 w 145"/>
              <a:gd name="T91" fmla="*/ 133 h 195"/>
              <a:gd name="T92" fmla="*/ 42 w 145"/>
              <a:gd name="T93" fmla="*/ 126 h 195"/>
              <a:gd name="T94" fmla="*/ 22 w 145"/>
              <a:gd name="T95" fmla="*/ 104 h 195"/>
              <a:gd name="T96" fmla="*/ 22 w 145"/>
              <a:gd name="T97" fmla="*/ 104 h 195"/>
              <a:gd name="T98" fmla="*/ 14 w 145"/>
              <a:gd name="T99" fmla="*/ 75 h 195"/>
              <a:gd name="T100" fmla="*/ 31 w 145"/>
              <a:gd name="T101" fmla="*/ 33 h 195"/>
              <a:gd name="T102" fmla="*/ 72 w 145"/>
              <a:gd name="T103" fmla="*/ 15 h 195"/>
              <a:gd name="T104" fmla="*/ 113 w 145"/>
              <a:gd name="T105" fmla="*/ 33 h 195"/>
              <a:gd name="T106" fmla="*/ 130 w 145"/>
              <a:gd name="T107" fmla="*/ 75 h 195"/>
              <a:gd name="T108" fmla="*/ 123 w 145"/>
              <a:gd name="T109" fmla="*/ 104 h 195"/>
              <a:gd name="T110" fmla="*/ 92 w 145"/>
              <a:gd name="T111" fmla="*/ 186 h 195"/>
              <a:gd name="T112" fmla="*/ 92 w 145"/>
              <a:gd name="T113" fmla="*/ 186 h 195"/>
              <a:gd name="T114" fmla="*/ 53 w 145"/>
              <a:gd name="T115" fmla="*/ 186 h 195"/>
              <a:gd name="T116" fmla="*/ 48 w 145"/>
              <a:gd name="T117" fmla="*/ 190 h 195"/>
              <a:gd name="T118" fmla="*/ 53 w 145"/>
              <a:gd name="T119" fmla="*/ 195 h 195"/>
              <a:gd name="T120" fmla="*/ 92 w 145"/>
              <a:gd name="T121" fmla="*/ 195 h 195"/>
              <a:gd name="T122" fmla="*/ 96 w 145"/>
              <a:gd name="T123" fmla="*/ 190 h 195"/>
              <a:gd name="T124" fmla="*/ 92 w 145"/>
              <a:gd name="T125" fmla="*/ 186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45" h="195">
                <a:moveTo>
                  <a:pt x="96" y="71"/>
                </a:moveTo>
                <a:cubicBezTo>
                  <a:pt x="90" y="77"/>
                  <a:pt x="82" y="81"/>
                  <a:pt x="72" y="81"/>
                </a:cubicBezTo>
                <a:cubicBezTo>
                  <a:pt x="68" y="81"/>
                  <a:pt x="63" y="80"/>
                  <a:pt x="60" y="79"/>
                </a:cubicBezTo>
                <a:cubicBezTo>
                  <a:pt x="56" y="77"/>
                  <a:pt x="52" y="74"/>
                  <a:pt x="49" y="71"/>
                </a:cubicBezTo>
                <a:cubicBezTo>
                  <a:pt x="47" y="69"/>
                  <a:pt x="44" y="69"/>
                  <a:pt x="43" y="71"/>
                </a:cubicBezTo>
                <a:cubicBezTo>
                  <a:pt x="41" y="73"/>
                  <a:pt x="41" y="76"/>
                  <a:pt x="43" y="78"/>
                </a:cubicBezTo>
                <a:cubicBezTo>
                  <a:pt x="46" y="82"/>
                  <a:pt x="51" y="85"/>
                  <a:pt x="56" y="87"/>
                </a:cubicBezTo>
                <a:cubicBezTo>
                  <a:pt x="61" y="89"/>
                  <a:pt x="67" y="90"/>
                  <a:pt x="72" y="90"/>
                </a:cubicBezTo>
                <a:cubicBezTo>
                  <a:pt x="84" y="90"/>
                  <a:pt x="95" y="85"/>
                  <a:pt x="102" y="78"/>
                </a:cubicBezTo>
                <a:cubicBezTo>
                  <a:pt x="104" y="76"/>
                  <a:pt x="104" y="73"/>
                  <a:pt x="102" y="71"/>
                </a:cubicBezTo>
                <a:cubicBezTo>
                  <a:pt x="100" y="69"/>
                  <a:pt x="98" y="69"/>
                  <a:pt x="96" y="71"/>
                </a:cubicBezTo>
                <a:close/>
                <a:moveTo>
                  <a:pt x="106" y="170"/>
                </a:moveTo>
                <a:cubicBezTo>
                  <a:pt x="106" y="170"/>
                  <a:pt x="106" y="170"/>
                  <a:pt x="106" y="170"/>
                </a:cubicBezTo>
                <a:cubicBezTo>
                  <a:pt x="39" y="170"/>
                  <a:pt x="39" y="170"/>
                  <a:pt x="39" y="170"/>
                </a:cubicBezTo>
                <a:cubicBezTo>
                  <a:pt x="36" y="170"/>
                  <a:pt x="34" y="172"/>
                  <a:pt x="34" y="174"/>
                </a:cubicBezTo>
                <a:cubicBezTo>
                  <a:pt x="34" y="177"/>
                  <a:pt x="36" y="179"/>
                  <a:pt x="39" y="179"/>
                </a:cubicBezTo>
                <a:cubicBezTo>
                  <a:pt x="106" y="179"/>
                  <a:pt x="106" y="179"/>
                  <a:pt x="106" y="179"/>
                </a:cubicBezTo>
                <a:cubicBezTo>
                  <a:pt x="109" y="179"/>
                  <a:pt x="111" y="177"/>
                  <a:pt x="111" y="174"/>
                </a:cubicBezTo>
                <a:cubicBezTo>
                  <a:pt x="111" y="172"/>
                  <a:pt x="109" y="170"/>
                  <a:pt x="106" y="170"/>
                </a:cubicBezTo>
                <a:close/>
                <a:moveTo>
                  <a:pt x="145" y="75"/>
                </a:moveTo>
                <a:cubicBezTo>
                  <a:pt x="145" y="75"/>
                  <a:pt x="145" y="75"/>
                  <a:pt x="145" y="75"/>
                </a:cubicBezTo>
                <a:cubicBezTo>
                  <a:pt x="145" y="54"/>
                  <a:pt x="137" y="36"/>
                  <a:pt x="124" y="22"/>
                </a:cubicBezTo>
                <a:cubicBezTo>
                  <a:pt x="111" y="9"/>
                  <a:pt x="92" y="0"/>
                  <a:pt x="72" y="0"/>
                </a:cubicBezTo>
                <a:cubicBezTo>
                  <a:pt x="52" y="0"/>
                  <a:pt x="34" y="9"/>
                  <a:pt x="21" y="22"/>
                </a:cubicBezTo>
                <a:cubicBezTo>
                  <a:pt x="8" y="36"/>
                  <a:pt x="0" y="54"/>
                  <a:pt x="0" y="75"/>
                </a:cubicBezTo>
                <a:cubicBezTo>
                  <a:pt x="0" y="88"/>
                  <a:pt x="3" y="101"/>
                  <a:pt x="9" y="112"/>
                </a:cubicBezTo>
                <a:cubicBezTo>
                  <a:pt x="9" y="112"/>
                  <a:pt x="9" y="112"/>
                  <a:pt x="9" y="112"/>
                </a:cubicBezTo>
                <a:cubicBezTo>
                  <a:pt x="14" y="122"/>
                  <a:pt x="22" y="130"/>
                  <a:pt x="31" y="137"/>
                </a:cubicBezTo>
                <a:cubicBezTo>
                  <a:pt x="31" y="158"/>
                  <a:pt x="31" y="158"/>
                  <a:pt x="31" y="158"/>
                </a:cubicBezTo>
                <a:cubicBezTo>
                  <a:pt x="31" y="162"/>
                  <a:pt x="34" y="166"/>
                  <a:pt x="39" y="166"/>
                </a:cubicBezTo>
                <a:cubicBezTo>
                  <a:pt x="106" y="166"/>
                  <a:pt x="106" y="166"/>
                  <a:pt x="106" y="166"/>
                </a:cubicBezTo>
                <a:cubicBezTo>
                  <a:pt x="110" y="166"/>
                  <a:pt x="114" y="162"/>
                  <a:pt x="114" y="158"/>
                </a:cubicBezTo>
                <a:cubicBezTo>
                  <a:pt x="114" y="137"/>
                  <a:pt x="114" y="137"/>
                  <a:pt x="114" y="137"/>
                </a:cubicBezTo>
                <a:cubicBezTo>
                  <a:pt x="123" y="130"/>
                  <a:pt x="130" y="122"/>
                  <a:pt x="136" y="112"/>
                </a:cubicBezTo>
                <a:cubicBezTo>
                  <a:pt x="136" y="112"/>
                  <a:pt x="136" y="112"/>
                  <a:pt x="136" y="112"/>
                </a:cubicBezTo>
                <a:cubicBezTo>
                  <a:pt x="142" y="101"/>
                  <a:pt x="145" y="88"/>
                  <a:pt x="145" y="75"/>
                </a:cubicBezTo>
                <a:close/>
                <a:moveTo>
                  <a:pt x="123" y="104"/>
                </a:moveTo>
                <a:cubicBezTo>
                  <a:pt x="123" y="104"/>
                  <a:pt x="123" y="104"/>
                  <a:pt x="123" y="104"/>
                </a:cubicBezTo>
                <a:cubicBezTo>
                  <a:pt x="123" y="104"/>
                  <a:pt x="123" y="104"/>
                  <a:pt x="123" y="104"/>
                </a:cubicBezTo>
                <a:cubicBezTo>
                  <a:pt x="123" y="104"/>
                  <a:pt x="123" y="104"/>
                  <a:pt x="123" y="104"/>
                </a:cubicBezTo>
                <a:cubicBezTo>
                  <a:pt x="118" y="114"/>
                  <a:pt x="111" y="121"/>
                  <a:pt x="102" y="126"/>
                </a:cubicBezTo>
                <a:cubicBezTo>
                  <a:pt x="100" y="128"/>
                  <a:pt x="99" y="130"/>
                  <a:pt x="99" y="133"/>
                </a:cubicBezTo>
                <a:cubicBezTo>
                  <a:pt x="99" y="133"/>
                  <a:pt x="99" y="133"/>
                  <a:pt x="99" y="133"/>
                </a:cubicBezTo>
                <a:cubicBezTo>
                  <a:pt x="99" y="150"/>
                  <a:pt x="99" y="150"/>
                  <a:pt x="99" y="150"/>
                </a:cubicBezTo>
                <a:cubicBezTo>
                  <a:pt x="46" y="150"/>
                  <a:pt x="46" y="150"/>
                  <a:pt x="46" y="150"/>
                </a:cubicBezTo>
                <a:cubicBezTo>
                  <a:pt x="46" y="133"/>
                  <a:pt x="46" y="133"/>
                  <a:pt x="46" y="133"/>
                </a:cubicBezTo>
                <a:cubicBezTo>
                  <a:pt x="46" y="130"/>
                  <a:pt x="44" y="127"/>
                  <a:pt x="42" y="126"/>
                </a:cubicBezTo>
                <a:cubicBezTo>
                  <a:pt x="33" y="121"/>
                  <a:pt x="27" y="113"/>
                  <a:pt x="22" y="104"/>
                </a:cubicBezTo>
                <a:cubicBezTo>
                  <a:pt x="22" y="104"/>
                  <a:pt x="22" y="104"/>
                  <a:pt x="22" y="104"/>
                </a:cubicBezTo>
                <a:cubicBezTo>
                  <a:pt x="17" y="96"/>
                  <a:pt x="14" y="86"/>
                  <a:pt x="14" y="75"/>
                </a:cubicBezTo>
                <a:cubicBezTo>
                  <a:pt x="14" y="59"/>
                  <a:pt x="21" y="44"/>
                  <a:pt x="31" y="33"/>
                </a:cubicBezTo>
                <a:cubicBezTo>
                  <a:pt x="42" y="22"/>
                  <a:pt x="56" y="15"/>
                  <a:pt x="72" y="15"/>
                </a:cubicBezTo>
                <a:cubicBezTo>
                  <a:pt x="88" y="15"/>
                  <a:pt x="103" y="22"/>
                  <a:pt x="113" y="33"/>
                </a:cubicBezTo>
                <a:cubicBezTo>
                  <a:pt x="124" y="44"/>
                  <a:pt x="130" y="59"/>
                  <a:pt x="130" y="75"/>
                </a:cubicBezTo>
                <a:cubicBezTo>
                  <a:pt x="130" y="86"/>
                  <a:pt x="128" y="96"/>
                  <a:pt x="123" y="104"/>
                </a:cubicBezTo>
                <a:close/>
                <a:moveTo>
                  <a:pt x="92" y="186"/>
                </a:moveTo>
                <a:cubicBezTo>
                  <a:pt x="92" y="186"/>
                  <a:pt x="92" y="186"/>
                  <a:pt x="92" y="186"/>
                </a:cubicBezTo>
                <a:cubicBezTo>
                  <a:pt x="53" y="186"/>
                  <a:pt x="53" y="186"/>
                  <a:pt x="53" y="186"/>
                </a:cubicBezTo>
                <a:cubicBezTo>
                  <a:pt x="50" y="186"/>
                  <a:pt x="48" y="188"/>
                  <a:pt x="48" y="190"/>
                </a:cubicBezTo>
                <a:cubicBezTo>
                  <a:pt x="48" y="193"/>
                  <a:pt x="50" y="195"/>
                  <a:pt x="53" y="195"/>
                </a:cubicBezTo>
                <a:cubicBezTo>
                  <a:pt x="92" y="195"/>
                  <a:pt x="92" y="195"/>
                  <a:pt x="92" y="195"/>
                </a:cubicBezTo>
                <a:cubicBezTo>
                  <a:pt x="94" y="195"/>
                  <a:pt x="96" y="193"/>
                  <a:pt x="96" y="190"/>
                </a:cubicBezTo>
                <a:cubicBezTo>
                  <a:pt x="96" y="188"/>
                  <a:pt x="94" y="186"/>
                  <a:pt x="92" y="18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11"/>
          <p:cNvSpPr>
            <a:spLocks noEditPoints="1"/>
          </p:cNvSpPr>
          <p:nvPr/>
        </p:nvSpPr>
        <p:spPr bwMode="auto">
          <a:xfrm>
            <a:off x="7085266" y="1345376"/>
            <a:ext cx="273430" cy="324008"/>
          </a:xfrm>
          <a:custGeom>
            <a:avLst/>
            <a:gdLst>
              <a:gd name="T0" fmla="*/ 116 w 162"/>
              <a:gd name="T1" fmla="*/ 53 h 192"/>
              <a:gd name="T2" fmla="*/ 101 w 162"/>
              <a:gd name="T3" fmla="*/ 89 h 192"/>
              <a:gd name="T4" fmla="*/ 101 w 162"/>
              <a:gd name="T5" fmla="*/ 90 h 192"/>
              <a:gd name="T6" fmla="*/ 122 w 162"/>
              <a:gd name="T7" fmla="*/ 109 h 192"/>
              <a:gd name="T8" fmla="*/ 150 w 162"/>
              <a:gd name="T9" fmla="*/ 121 h 192"/>
              <a:gd name="T10" fmla="*/ 150 w 162"/>
              <a:gd name="T11" fmla="*/ 180 h 192"/>
              <a:gd name="T12" fmla="*/ 121 w 162"/>
              <a:gd name="T13" fmla="*/ 192 h 192"/>
              <a:gd name="T14" fmla="*/ 28 w 162"/>
              <a:gd name="T15" fmla="*/ 185 h 192"/>
              <a:gd name="T16" fmla="*/ 28 w 162"/>
              <a:gd name="T17" fmla="*/ 178 h 192"/>
              <a:gd name="T18" fmla="*/ 12 w 162"/>
              <a:gd name="T19" fmla="*/ 178 h 192"/>
              <a:gd name="T20" fmla="*/ 0 w 162"/>
              <a:gd name="T21" fmla="*/ 161 h 192"/>
              <a:gd name="T22" fmla="*/ 4 w 162"/>
              <a:gd name="T23" fmla="*/ 123 h 192"/>
              <a:gd name="T24" fmla="*/ 30 w 162"/>
              <a:gd name="T25" fmla="*/ 89 h 192"/>
              <a:gd name="T26" fmla="*/ 15 w 162"/>
              <a:gd name="T27" fmla="*/ 53 h 192"/>
              <a:gd name="T28" fmla="*/ 117 w 162"/>
              <a:gd name="T29" fmla="*/ 130 h 192"/>
              <a:gd name="T30" fmla="*/ 117 w 162"/>
              <a:gd name="T31" fmla="*/ 146 h 192"/>
              <a:gd name="T32" fmla="*/ 97 w 162"/>
              <a:gd name="T33" fmla="*/ 151 h 192"/>
              <a:gd name="T34" fmla="*/ 117 w 162"/>
              <a:gd name="T35" fmla="*/ 155 h 192"/>
              <a:gd name="T36" fmla="*/ 122 w 162"/>
              <a:gd name="T37" fmla="*/ 176 h 192"/>
              <a:gd name="T38" fmla="*/ 126 w 162"/>
              <a:gd name="T39" fmla="*/ 155 h 192"/>
              <a:gd name="T40" fmla="*/ 146 w 162"/>
              <a:gd name="T41" fmla="*/ 151 h 192"/>
              <a:gd name="T42" fmla="*/ 126 w 162"/>
              <a:gd name="T43" fmla="*/ 146 h 192"/>
              <a:gd name="T44" fmla="*/ 117 w 162"/>
              <a:gd name="T45" fmla="*/ 130 h 192"/>
              <a:gd name="T46" fmla="*/ 99 w 162"/>
              <a:gd name="T47" fmla="*/ 128 h 192"/>
              <a:gd name="T48" fmla="*/ 99 w 162"/>
              <a:gd name="T49" fmla="*/ 174 h 192"/>
              <a:gd name="T50" fmla="*/ 144 w 162"/>
              <a:gd name="T51" fmla="*/ 174 h 192"/>
              <a:gd name="T52" fmla="*/ 144 w 162"/>
              <a:gd name="T53" fmla="*/ 128 h 192"/>
              <a:gd name="T54" fmla="*/ 99 w 162"/>
              <a:gd name="T55" fmla="*/ 128 h 192"/>
              <a:gd name="T56" fmla="*/ 103 w 162"/>
              <a:gd name="T57" fmla="*/ 113 h 192"/>
              <a:gd name="T58" fmla="*/ 66 w 162"/>
              <a:gd name="T59" fmla="*/ 105 h 192"/>
              <a:gd name="T60" fmla="*/ 17 w 162"/>
              <a:gd name="T61" fmla="*/ 129 h 192"/>
              <a:gd name="T62" fmla="*/ 15 w 162"/>
              <a:gd name="T63" fmla="*/ 161 h 192"/>
              <a:gd name="T64" fmla="*/ 34 w 162"/>
              <a:gd name="T65" fmla="*/ 163 h 192"/>
              <a:gd name="T66" fmla="*/ 38 w 162"/>
              <a:gd name="T67" fmla="*/ 138 h 192"/>
              <a:gd name="T68" fmla="*/ 43 w 162"/>
              <a:gd name="T69" fmla="*/ 170 h 192"/>
              <a:gd name="T70" fmla="*/ 43 w 162"/>
              <a:gd name="T71" fmla="*/ 177 h 192"/>
              <a:gd name="T72" fmla="*/ 81 w 162"/>
              <a:gd name="T73" fmla="*/ 151 h 192"/>
              <a:gd name="T74" fmla="*/ 93 w 162"/>
              <a:gd name="T75" fmla="*/ 121 h 192"/>
              <a:gd name="T76" fmla="*/ 103 w 162"/>
              <a:gd name="T77" fmla="*/ 113 h 192"/>
              <a:gd name="T78" fmla="*/ 66 w 162"/>
              <a:gd name="T79" fmla="*/ 16 h 192"/>
              <a:gd name="T80" fmla="*/ 66 w 162"/>
              <a:gd name="T81" fmla="*/ 89 h 192"/>
              <a:gd name="T82" fmla="*/ 66 w 162"/>
              <a:gd name="T83" fmla="*/ 16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62" h="192">
                <a:moveTo>
                  <a:pt x="66" y="0"/>
                </a:moveTo>
                <a:cubicBezTo>
                  <a:pt x="93" y="0"/>
                  <a:pt x="116" y="24"/>
                  <a:pt x="116" y="53"/>
                </a:cubicBezTo>
                <a:cubicBezTo>
                  <a:pt x="116" y="67"/>
                  <a:pt x="110" y="80"/>
                  <a:pt x="101" y="89"/>
                </a:cubicBezTo>
                <a:cubicBezTo>
                  <a:pt x="101" y="89"/>
                  <a:pt x="101" y="89"/>
                  <a:pt x="101" y="89"/>
                </a:cubicBezTo>
                <a:cubicBezTo>
                  <a:pt x="101" y="89"/>
                  <a:pt x="101" y="89"/>
                  <a:pt x="101" y="89"/>
                </a:cubicBezTo>
                <a:cubicBezTo>
                  <a:pt x="101" y="90"/>
                  <a:pt x="101" y="90"/>
                  <a:pt x="101" y="90"/>
                </a:cubicBezTo>
                <a:cubicBezTo>
                  <a:pt x="107" y="96"/>
                  <a:pt x="114" y="102"/>
                  <a:pt x="119" y="109"/>
                </a:cubicBezTo>
                <a:cubicBezTo>
                  <a:pt x="120" y="109"/>
                  <a:pt x="121" y="109"/>
                  <a:pt x="122" y="109"/>
                </a:cubicBezTo>
                <a:cubicBezTo>
                  <a:pt x="133" y="109"/>
                  <a:pt x="143" y="114"/>
                  <a:pt x="150" y="121"/>
                </a:cubicBezTo>
                <a:cubicBezTo>
                  <a:pt x="150" y="121"/>
                  <a:pt x="150" y="121"/>
                  <a:pt x="150" y="121"/>
                </a:cubicBezTo>
                <a:cubicBezTo>
                  <a:pt x="158" y="129"/>
                  <a:pt x="162" y="139"/>
                  <a:pt x="162" y="151"/>
                </a:cubicBezTo>
                <a:cubicBezTo>
                  <a:pt x="162" y="162"/>
                  <a:pt x="158" y="173"/>
                  <a:pt x="150" y="180"/>
                </a:cubicBezTo>
                <a:cubicBezTo>
                  <a:pt x="143" y="188"/>
                  <a:pt x="133" y="192"/>
                  <a:pt x="122" y="192"/>
                </a:cubicBezTo>
                <a:cubicBezTo>
                  <a:pt x="121" y="192"/>
                  <a:pt x="121" y="192"/>
                  <a:pt x="121" y="192"/>
                </a:cubicBezTo>
                <a:cubicBezTo>
                  <a:pt x="35" y="192"/>
                  <a:pt x="35" y="192"/>
                  <a:pt x="35" y="192"/>
                </a:cubicBezTo>
                <a:cubicBezTo>
                  <a:pt x="31" y="192"/>
                  <a:pt x="28" y="189"/>
                  <a:pt x="28" y="185"/>
                </a:cubicBezTo>
                <a:cubicBezTo>
                  <a:pt x="28" y="185"/>
                  <a:pt x="28" y="185"/>
                  <a:pt x="28" y="185"/>
                </a:cubicBezTo>
                <a:cubicBezTo>
                  <a:pt x="28" y="178"/>
                  <a:pt x="28" y="178"/>
                  <a:pt x="28" y="178"/>
                </a:cubicBezTo>
                <a:cubicBezTo>
                  <a:pt x="14" y="178"/>
                  <a:pt x="14" y="178"/>
                  <a:pt x="14" y="178"/>
                </a:cubicBezTo>
                <a:cubicBezTo>
                  <a:pt x="13" y="178"/>
                  <a:pt x="13" y="178"/>
                  <a:pt x="12" y="178"/>
                </a:cubicBezTo>
                <a:cubicBezTo>
                  <a:pt x="8" y="177"/>
                  <a:pt x="5" y="175"/>
                  <a:pt x="3" y="172"/>
                </a:cubicBezTo>
                <a:cubicBezTo>
                  <a:pt x="1" y="169"/>
                  <a:pt x="0" y="165"/>
                  <a:pt x="0" y="161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37"/>
                  <a:pt x="1" y="130"/>
                  <a:pt x="4" y="123"/>
                </a:cubicBezTo>
                <a:cubicBezTo>
                  <a:pt x="9" y="109"/>
                  <a:pt x="20" y="100"/>
                  <a:pt x="30" y="90"/>
                </a:cubicBezTo>
                <a:cubicBezTo>
                  <a:pt x="30" y="89"/>
                  <a:pt x="30" y="89"/>
                  <a:pt x="30" y="89"/>
                </a:cubicBezTo>
                <a:cubicBezTo>
                  <a:pt x="30" y="89"/>
                  <a:pt x="30" y="89"/>
                  <a:pt x="30" y="89"/>
                </a:cubicBezTo>
                <a:cubicBezTo>
                  <a:pt x="20" y="80"/>
                  <a:pt x="15" y="66"/>
                  <a:pt x="15" y="53"/>
                </a:cubicBezTo>
                <a:cubicBezTo>
                  <a:pt x="15" y="24"/>
                  <a:pt x="38" y="0"/>
                  <a:pt x="66" y="0"/>
                </a:cubicBezTo>
                <a:close/>
                <a:moveTo>
                  <a:pt x="117" y="130"/>
                </a:moveTo>
                <a:cubicBezTo>
                  <a:pt x="117" y="130"/>
                  <a:pt x="117" y="130"/>
                  <a:pt x="117" y="130"/>
                </a:cubicBezTo>
                <a:cubicBezTo>
                  <a:pt x="117" y="146"/>
                  <a:pt x="117" y="146"/>
                  <a:pt x="117" y="146"/>
                </a:cubicBezTo>
                <a:cubicBezTo>
                  <a:pt x="102" y="146"/>
                  <a:pt x="102" y="146"/>
                  <a:pt x="102" y="146"/>
                </a:cubicBezTo>
                <a:cubicBezTo>
                  <a:pt x="99" y="146"/>
                  <a:pt x="97" y="148"/>
                  <a:pt x="97" y="151"/>
                </a:cubicBezTo>
                <a:cubicBezTo>
                  <a:pt x="97" y="153"/>
                  <a:pt x="99" y="155"/>
                  <a:pt x="102" y="155"/>
                </a:cubicBezTo>
                <a:cubicBezTo>
                  <a:pt x="117" y="155"/>
                  <a:pt x="117" y="155"/>
                  <a:pt x="117" y="155"/>
                </a:cubicBezTo>
                <a:cubicBezTo>
                  <a:pt x="117" y="171"/>
                  <a:pt x="117" y="171"/>
                  <a:pt x="117" y="171"/>
                </a:cubicBezTo>
                <a:cubicBezTo>
                  <a:pt x="117" y="174"/>
                  <a:pt x="119" y="176"/>
                  <a:pt x="122" y="176"/>
                </a:cubicBezTo>
                <a:cubicBezTo>
                  <a:pt x="124" y="176"/>
                  <a:pt x="126" y="174"/>
                  <a:pt x="126" y="171"/>
                </a:cubicBezTo>
                <a:cubicBezTo>
                  <a:pt x="126" y="155"/>
                  <a:pt x="126" y="155"/>
                  <a:pt x="126" y="155"/>
                </a:cubicBezTo>
                <a:cubicBezTo>
                  <a:pt x="141" y="155"/>
                  <a:pt x="141" y="155"/>
                  <a:pt x="141" y="155"/>
                </a:cubicBezTo>
                <a:cubicBezTo>
                  <a:pt x="144" y="155"/>
                  <a:pt x="146" y="153"/>
                  <a:pt x="146" y="151"/>
                </a:cubicBezTo>
                <a:cubicBezTo>
                  <a:pt x="146" y="148"/>
                  <a:pt x="144" y="146"/>
                  <a:pt x="141" y="146"/>
                </a:cubicBezTo>
                <a:cubicBezTo>
                  <a:pt x="126" y="146"/>
                  <a:pt x="126" y="146"/>
                  <a:pt x="126" y="146"/>
                </a:cubicBezTo>
                <a:cubicBezTo>
                  <a:pt x="126" y="130"/>
                  <a:pt x="126" y="130"/>
                  <a:pt x="126" y="130"/>
                </a:cubicBezTo>
                <a:cubicBezTo>
                  <a:pt x="126" y="124"/>
                  <a:pt x="117" y="124"/>
                  <a:pt x="117" y="130"/>
                </a:cubicBezTo>
                <a:close/>
                <a:moveTo>
                  <a:pt x="99" y="128"/>
                </a:moveTo>
                <a:cubicBezTo>
                  <a:pt x="99" y="128"/>
                  <a:pt x="99" y="128"/>
                  <a:pt x="99" y="128"/>
                </a:cubicBezTo>
                <a:cubicBezTo>
                  <a:pt x="94" y="133"/>
                  <a:pt x="90" y="142"/>
                  <a:pt x="90" y="151"/>
                </a:cubicBezTo>
                <a:cubicBezTo>
                  <a:pt x="90" y="160"/>
                  <a:pt x="94" y="168"/>
                  <a:pt x="99" y="174"/>
                </a:cubicBezTo>
                <a:cubicBezTo>
                  <a:pt x="105" y="179"/>
                  <a:pt x="113" y="183"/>
                  <a:pt x="122" y="183"/>
                </a:cubicBezTo>
                <a:cubicBezTo>
                  <a:pt x="130" y="183"/>
                  <a:pt x="138" y="179"/>
                  <a:pt x="144" y="174"/>
                </a:cubicBezTo>
                <a:cubicBezTo>
                  <a:pt x="150" y="168"/>
                  <a:pt x="153" y="160"/>
                  <a:pt x="153" y="151"/>
                </a:cubicBezTo>
                <a:cubicBezTo>
                  <a:pt x="153" y="142"/>
                  <a:pt x="150" y="134"/>
                  <a:pt x="144" y="128"/>
                </a:cubicBezTo>
                <a:cubicBezTo>
                  <a:pt x="144" y="128"/>
                  <a:pt x="144" y="128"/>
                  <a:pt x="144" y="128"/>
                </a:cubicBezTo>
                <a:cubicBezTo>
                  <a:pt x="132" y="115"/>
                  <a:pt x="112" y="115"/>
                  <a:pt x="99" y="128"/>
                </a:cubicBezTo>
                <a:close/>
                <a:moveTo>
                  <a:pt x="103" y="113"/>
                </a:moveTo>
                <a:cubicBezTo>
                  <a:pt x="103" y="113"/>
                  <a:pt x="103" y="113"/>
                  <a:pt x="103" y="113"/>
                </a:cubicBezTo>
                <a:cubicBezTo>
                  <a:pt x="99" y="108"/>
                  <a:pt x="93" y="103"/>
                  <a:pt x="89" y="99"/>
                </a:cubicBezTo>
                <a:cubicBezTo>
                  <a:pt x="82" y="103"/>
                  <a:pt x="74" y="105"/>
                  <a:pt x="66" y="105"/>
                </a:cubicBezTo>
                <a:cubicBezTo>
                  <a:pt x="57" y="105"/>
                  <a:pt x="49" y="103"/>
                  <a:pt x="42" y="99"/>
                </a:cubicBezTo>
                <a:cubicBezTo>
                  <a:pt x="34" y="107"/>
                  <a:pt x="22" y="117"/>
                  <a:pt x="17" y="129"/>
                </a:cubicBezTo>
                <a:cubicBezTo>
                  <a:pt x="15" y="134"/>
                  <a:pt x="15" y="139"/>
                  <a:pt x="15" y="145"/>
                </a:cubicBezTo>
                <a:cubicBezTo>
                  <a:pt x="15" y="161"/>
                  <a:pt x="15" y="161"/>
                  <a:pt x="15" y="161"/>
                </a:cubicBezTo>
                <a:cubicBezTo>
                  <a:pt x="15" y="162"/>
                  <a:pt x="15" y="162"/>
                  <a:pt x="15" y="163"/>
                </a:cubicBezTo>
                <a:cubicBezTo>
                  <a:pt x="34" y="163"/>
                  <a:pt x="34" y="163"/>
                  <a:pt x="34" y="163"/>
                </a:cubicBezTo>
                <a:cubicBezTo>
                  <a:pt x="34" y="143"/>
                  <a:pt x="34" y="143"/>
                  <a:pt x="34" y="143"/>
                </a:cubicBezTo>
                <a:cubicBezTo>
                  <a:pt x="34" y="140"/>
                  <a:pt x="36" y="138"/>
                  <a:pt x="38" y="138"/>
                </a:cubicBezTo>
                <a:cubicBezTo>
                  <a:pt x="41" y="138"/>
                  <a:pt x="43" y="140"/>
                  <a:pt x="43" y="143"/>
                </a:cubicBezTo>
                <a:cubicBezTo>
                  <a:pt x="43" y="170"/>
                  <a:pt x="43" y="170"/>
                  <a:pt x="43" y="170"/>
                </a:cubicBezTo>
                <a:cubicBezTo>
                  <a:pt x="43" y="170"/>
                  <a:pt x="43" y="170"/>
                  <a:pt x="43" y="170"/>
                </a:cubicBezTo>
                <a:cubicBezTo>
                  <a:pt x="43" y="177"/>
                  <a:pt x="43" y="177"/>
                  <a:pt x="43" y="177"/>
                </a:cubicBezTo>
                <a:cubicBezTo>
                  <a:pt x="90" y="177"/>
                  <a:pt x="90" y="177"/>
                  <a:pt x="90" y="177"/>
                </a:cubicBezTo>
                <a:cubicBezTo>
                  <a:pt x="85" y="170"/>
                  <a:pt x="81" y="161"/>
                  <a:pt x="81" y="151"/>
                </a:cubicBezTo>
                <a:cubicBezTo>
                  <a:pt x="81" y="139"/>
                  <a:pt x="86" y="129"/>
                  <a:pt x="93" y="121"/>
                </a:cubicBezTo>
                <a:cubicBezTo>
                  <a:pt x="93" y="121"/>
                  <a:pt x="93" y="121"/>
                  <a:pt x="93" y="121"/>
                </a:cubicBezTo>
                <a:cubicBezTo>
                  <a:pt x="93" y="121"/>
                  <a:pt x="93" y="121"/>
                  <a:pt x="93" y="121"/>
                </a:cubicBezTo>
                <a:cubicBezTo>
                  <a:pt x="96" y="118"/>
                  <a:pt x="99" y="115"/>
                  <a:pt x="103" y="113"/>
                </a:cubicBezTo>
                <a:close/>
                <a:moveTo>
                  <a:pt x="66" y="16"/>
                </a:moveTo>
                <a:cubicBezTo>
                  <a:pt x="66" y="16"/>
                  <a:pt x="66" y="16"/>
                  <a:pt x="66" y="16"/>
                </a:cubicBezTo>
                <a:cubicBezTo>
                  <a:pt x="46" y="16"/>
                  <a:pt x="30" y="32"/>
                  <a:pt x="30" y="53"/>
                </a:cubicBezTo>
                <a:cubicBezTo>
                  <a:pt x="30" y="73"/>
                  <a:pt x="46" y="89"/>
                  <a:pt x="66" y="89"/>
                </a:cubicBezTo>
                <a:cubicBezTo>
                  <a:pt x="85" y="89"/>
                  <a:pt x="101" y="73"/>
                  <a:pt x="101" y="53"/>
                </a:cubicBezTo>
                <a:cubicBezTo>
                  <a:pt x="101" y="32"/>
                  <a:pt x="85" y="16"/>
                  <a:pt x="66" y="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12"/>
          <p:cNvSpPr>
            <a:spLocks noEditPoints="1"/>
          </p:cNvSpPr>
          <p:nvPr/>
        </p:nvSpPr>
        <p:spPr bwMode="auto">
          <a:xfrm>
            <a:off x="7081900" y="3188749"/>
            <a:ext cx="280162" cy="369454"/>
          </a:xfrm>
          <a:custGeom>
            <a:avLst/>
            <a:gdLst>
              <a:gd name="T0" fmla="*/ 149 w 166"/>
              <a:gd name="T1" fmla="*/ 196 h 219"/>
              <a:gd name="T2" fmla="*/ 136 w 166"/>
              <a:gd name="T3" fmla="*/ 207 h 219"/>
              <a:gd name="T4" fmla="*/ 93 w 166"/>
              <a:gd name="T5" fmla="*/ 218 h 219"/>
              <a:gd name="T6" fmla="*/ 53 w 166"/>
              <a:gd name="T7" fmla="*/ 200 h 219"/>
              <a:gd name="T8" fmla="*/ 53 w 166"/>
              <a:gd name="T9" fmla="*/ 200 h 219"/>
              <a:gd name="T10" fmla="*/ 53 w 166"/>
              <a:gd name="T11" fmla="*/ 200 h 219"/>
              <a:gd name="T12" fmla="*/ 42 w 166"/>
              <a:gd name="T13" fmla="*/ 186 h 219"/>
              <a:gd name="T14" fmla="*/ 20 w 166"/>
              <a:gd name="T15" fmla="*/ 148 h 219"/>
              <a:gd name="T16" fmla="*/ 20 w 166"/>
              <a:gd name="T17" fmla="*/ 147 h 219"/>
              <a:gd name="T18" fmla="*/ 7 w 166"/>
              <a:gd name="T19" fmla="*/ 125 h 219"/>
              <a:gd name="T20" fmla="*/ 23 w 166"/>
              <a:gd name="T21" fmla="*/ 93 h 219"/>
              <a:gd name="T22" fmla="*/ 43 w 166"/>
              <a:gd name="T23" fmla="*/ 103 h 219"/>
              <a:gd name="T24" fmla="*/ 43 w 166"/>
              <a:gd name="T25" fmla="*/ 104 h 219"/>
              <a:gd name="T26" fmla="*/ 45 w 166"/>
              <a:gd name="T27" fmla="*/ 107 h 219"/>
              <a:gd name="T28" fmla="*/ 45 w 166"/>
              <a:gd name="T29" fmla="*/ 35 h 219"/>
              <a:gd name="T30" fmla="*/ 74 w 166"/>
              <a:gd name="T31" fmla="*/ 18 h 219"/>
              <a:gd name="T32" fmla="*/ 110 w 166"/>
              <a:gd name="T33" fmla="*/ 18 h 219"/>
              <a:gd name="T34" fmla="*/ 138 w 166"/>
              <a:gd name="T35" fmla="*/ 34 h 219"/>
              <a:gd name="T36" fmla="*/ 138 w 166"/>
              <a:gd name="T37" fmla="*/ 35 h 219"/>
              <a:gd name="T38" fmla="*/ 139 w 166"/>
              <a:gd name="T39" fmla="*/ 35 h 219"/>
              <a:gd name="T40" fmla="*/ 166 w 166"/>
              <a:gd name="T41" fmla="*/ 53 h 219"/>
              <a:gd name="T42" fmla="*/ 166 w 166"/>
              <a:gd name="T43" fmla="*/ 150 h 219"/>
              <a:gd name="T44" fmla="*/ 162 w 166"/>
              <a:gd name="T45" fmla="*/ 175 h 219"/>
              <a:gd name="T46" fmla="*/ 149 w 166"/>
              <a:gd name="T47" fmla="*/ 196 h 219"/>
              <a:gd name="T48" fmla="*/ 128 w 166"/>
              <a:gd name="T49" fmla="*/ 194 h 219"/>
              <a:gd name="T50" fmla="*/ 128 w 166"/>
              <a:gd name="T51" fmla="*/ 194 h 219"/>
              <a:gd name="T52" fmla="*/ 138 w 166"/>
              <a:gd name="T53" fmla="*/ 185 h 219"/>
              <a:gd name="T54" fmla="*/ 148 w 166"/>
              <a:gd name="T55" fmla="*/ 169 h 219"/>
              <a:gd name="T56" fmla="*/ 151 w 166"/>
              <a:gd name="T57" fmla="*/ 150 h 219"/>
              <a:gd name="T58" fmla="*/ 151 w 166"/>
              <a:gd name="T59" fmla="*/ 53 h 219"/>
              <a:gd name="T60" fmla="*/ 143 w 166"/>
              <a:gd name="T61" fmla="*/ 53 h 219"/>
              <a:gd name="T62" fmla="*/ 143 w 166"/>
              <a:gd name="T63" fmla="*/ 99 h 219"/>
              <a:gd name="T64" fmla="*/ 123 w 166"/>
              <a:gd name="T65" fmla="*/ 99 h 219"/>
              <a:gd name="T66" fmla="*/ 123 w 166"/>
              <a:gd name="T67" fmla="*/ 34 h 219"/>
              <a:gd name="T68" fmla="*/ 115 w 166"/>
              <a:gd name="T69" fmla="*/ 34 h 219"/>
              <a:gd name="T70" fmla="*/ 115 w 166"/>
              <a:gd name="T71" fmla="*/ 34 h 219"/>
              <a:gd name="T72" fmla="*/ 115 w 166"/>
              <a:gd name="T73" fmla="*/ 99 h 219"/>
              <a:gd name="T74" fmla="*/ 96 w 166"/>
              <a:gd name="T75" fmla="*/ 99 h 219"/>
              <a:gd name="T76" fmla="*/ 96 w 166"/>
              <a:gd name="T77" fmla="*/ 24 h 219"/>
              <a:gd name="T78" fmla="*/ 88 w 166"/>
              <a:gd name="T79" fmla="*/ 24 h 219"/>
              <a:gd name="T80" fmla="*/ 88 w 166"/>
              <a:gd name="T81" fmla="*/ 99 h 219"/>
              <a:gd name="T82" fmla="*/ 68 w 166"/>
              <a:gd name="T83" fmla="*/ 99 h 219"/>
              <a:gd name="T84" fmla="*/ 68 w 166"/>
              <a:gd name="T85" fmla="*/ 35 h 219"/>
              <a:gd name="T86" fmla="*/ 60 w 166"/>
              <a:gd name="T87" fmla="*/ 35 h 219"/>
              <a:gd name="T88" fmla="*/ 60 w 166"/>
              <a:gd name="T89" fmla="*/ 125 h 219"/>
              <a:gd name="T90" fmla="*/ 41 w 166"/>
              <a:gd name="T91" fmla="*/ 130 h 219"/>
              <a:gd name="T92" fmla="*/ 31 w 166"/>
              <a:gd name="T93" fmla="*/ 112 h 219"/>
              <a:gd name="T94" fmla="*/ 20 w 166"/>
              <a:gd name="T95" fmla="*/ 117 h 219"/>
              <a:gd name="T96" fmla="*/ 33 w 166"/>
              <a:gd name="T97" fmla="*/ 140 h 219"/>
              <a:gd name="T98" fmla="*/ 33 w 166"/>
              <a:gd name="T99" fmla="*/ 140 h 219"/>
              <a:gd name="T100" fmla="*/ 55 w 166"/>
              <a:gd name="T101" fmla="*/ 178 h 219"/>
              <a:gd name="T102" fmla="*/ 63 w 166"/>
              <a:gd name="T103" fmla="*/ 189 h 219"/>
              <a:gd name="T104" fmla="*/ 95 w 166"/>
              <a:gd name="T105" fmla="*/ 203 h 219"/>
              <a:gd name="T106" fmla="*/ 128 w 166"/>
              <a:gd name="T107" fmla="*/ 194 h 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66" h="219">
                <a:moveTo>
                  <a:pt x="149" y="196"/>
                </a:moveTo>
                <a:cubicBezTo>
                  <a:pt x="145" y="200"/>
                  <a:pt x="141" y="204"/>
                  <a:pt x="136" y="207"/>
                </a:cubicBezTo>
                <a:cubicBezTo>
                  <a:pt x="123" y="216"/>
                  <a:pt x="108" y="219"/>
                  <a:pt x="93" y="218"/>
                </a:cubicBezTo>
                <a:cubicBezTo>
                  <a:pt x="79" y="217"/>
                  <a:pt x="65" y="211"/>
                  <a:pt x="53" y="200"/>
                </a:cubicBezTo>
                <a:cubicBezTo>
                  <a:pt x="53" y="200"/>
                  <a:pt x="53" y="200"/>
                  <a:pt x="53" y="200"/>
                </a:cubicBezTo>
                <a:cubicBezTo>
                  <a:pt x="53" y="200"/>
                  <a:pt x="53" y="200"/>
                  <a:pt x="53" y="200"/>
                </a:cubicBezTo>
                <a:cubicBezTo>
                  <a:pt x="49" y="196"/>
                  <a:pt x="45" y="191"/>
                  <a:pt x="42" y="186"/>
                </a:cubicBezTo>
                <a:cubicBezTo>
                  <a:pt x="20" y="148"/>
                  <a:pt x="20" y="148"/>
                  <a:pt x="20" y="148"/>
                </a:cubicBezTo>
                <a:cubicBezTo>
                  <a:pt x="20" y="147"/>
                  <a:pt x="20" y="147"/>
                  <a:pt x="20" y="147"/>
                </a:cubicBezTo>
                <a:cubicBezTo>
                  <a:pt x="7" y="125"/>
                  <a:pt x="7" y="125"/>
                  <a:pt x="7" y="125"/>
                </a:cubicBezTo>
                <a:cubicBezTo>
                  <a:pt x="0" y="111"/>
                  <a:pt x="8" y="95"/>
                  <a:pt x="23" y="93"/>
                </a:cubicBezTo>
                <a:cubicBezTo>
                  <a:pt x="29" y="93"/>
                  <a:pt x="37" y="95"/>
                  <a:pt x="43" y="103"/>
                </a:cubicBezTo>
                <a:cubicBezTo>
                  <a:pt x="43" y="103"/>
                  <a:pt x="43" y="104"/>
                  <a:pt x="43" y="104"/>
                </a:cubicBezTo>
                <a:cubicBezTo>
                  <a:pt x="45" y="107"/>
                  <a:pt x="45" y="107"/>
                  <a:pt x="45" y="107"/>
                </a:cubicBezTo>
                <a:cubicBezTo>
                  <a:pt x="45" y="35"/>
                  <a:pt x="45" y="35"/>
                  <a:pt x="45" y="35"/>
                </a:cubicBezTo>
                <a:cubicBezTo>
                  <a:pt x="45" y="19"/>
                  <a:pt x="61" y="11"/>
                  <a:pt x="74" y="18"/>
                </a:cubicBezTo>
                <a:cubicBezTo>
                  <a:pt x="79" y="0"/>
                  <a:pt x="104" y="1"/>
                  <a:pt x="110" y="18"/>
                </a:cubicBezTo>
                <a:cubicBezTo>
                  <a:pt x="122" y="11"/>
                  <a:pt x="138" y="19"/>
                  <a:pt x="138" y="34"/>
                </a:cubicBezTo>
                <a:cubicBezTo>
                  <a:pt x="138" y="35"/>
                  <a:pt x="138" y="35"/>
                  <a:pt x="138" y="35"/>
                </a:cubicBezTo>
                <a:cubicBezTo>
                  <a:pt x="139" y="35"/>
                  <a:pt x="139" y="35"/>
                  <a:pt x="139" y="35"/>
                </a:cubicBezTo>
                <a:cubicBezTo>
                  <a:pt x="152" y="30"/>
                  <a:pt x="166" y="38"/>
                  <a:pt x="166" y="53"/>
                </a:cubicBezTo>
                <a:cubicBezTo>
                  <a:pt x="166" y="150"/>
                  <a:pt x="166" y="150"/>
                  <a:pt x="166" y="150"/>
                </a:cubicBezTo>
                <a:cubicBezTo>
                  <a:pt x="166" y="158"/>
                  <a:pt x="165" y="167"/>
                  <a:pt x="162" y="175"/>
                </a:cubicBezTo>
                <a:cubicBezTo>
                  <a:pt x="159" y="182"/>
                  <a:pt x="155" y="190"/>
                  <a:pt x="149" y="196"/>
                </a:cubicBezTo>
                <a:close/>
                <a:moveTo>
                  <a:pt x="128" y="194"/>
                </a:moveTo>
                <a:cubicBezTo>
                  <a:pt x="128" y="194"/>
                  <a:pt x="128" y="194"/>
                  <a:pt x="128" y="194"/>
                </a:cubicBezTo>
                <a:cubicBezTo>
                  <a:pt x="132" y="192"/>
                  <a:pt x="135" y="189"/>
                  <a:pt x="138" y="185"/>
                </a:cubicBezTo>
                <a:cubicBezTo>
                  <a:pt x="142" y="181"/>
                  <a:pt x="146" y="175"/>
                  <a:pt x="148" y="169"/>
                </a:cubicBezTo>
                <a:cubicBezTo>
                  <a:pt x="150" y="163"/>
                  <a:pt x="151" y="157"/>
                  <a:pt x="151" y="150"/>
                </a:cubicBezTo>
                <a:cubicBezTo>
                  <a:pt x="151" y="53"/>
                  <a:pt x="151" y="53"/>
                  <a:pt x="151" y="53"/>
                </a:cubicBezTo>
                <a:cubicBezTo>
                  <a:pt x="151" y="47"/>
                  <a:pt x="143" y="47"/>
                  <a:pt x="143" y="53"/>
                </a:cubicBezTo>
                <a:cubicBezTo>
                  <a:pt x="143" y="99"/>
                  <a:pt x="143" y="99"/>
                  <a:pt x="143" y="99"/>
                </a:cubicBezTo>
                <a:cubicBezTo>
                  <a:pt x="143" y="111"/>
                  <a:pt x="123" y="111"/>
                  <a:pt x="123" y="99"/>
                </a:cubicBezTo>
                <a:cubicBezTo>
                  <a:pt x="123" y="34"/>
                  <a:pt x="123" y="34"/>
                  <a:pt x="123" y="34"/>
                </a:cubicBezTo>
                <a:cubicBezTo>
                  <a:pt x="123" y="29"/>
                  <a:pt x="115" y="29"/>
                  <a:pt x="115" y="34"/>
                </a:cubicBezTo>
                <a:cubicBezTo>
                  <a:pt x="115" y="34"/>
                  <a:pt x="115" y="34"/>
                  <a:pt x="115" y="34"/>
                </a:cubicBezTo>
                <a:cubicBezTo>
                  <a:pt x="115" y="99"/>
                  <a:pt x="115" y="99"/>
                  <a:pt x="115" y="99"/>
                </a:cubicBezTo>
                <a:cubicBezTo>
                  <a:pt x="115" y="111"/>
                  <a:pt x="96" y="111"/>
                  <a:pt x="96" y="99"/>
                </a:cubicBezTo>
                <a:cubicBezTo>
                  <a:pt x="96" y="24"/>
                  <a:pt x="96" y="24"/>
                  <a:pt x="96" y="24"/>
                </a:cubicBezTo>
                <a:cubicBezTo>
                  <a:pt x="96" y="18"/>
                  <a:pt x="88" y="19"/>
                  <a:pt x="88" y="24"/>
                </a:cubicBezTo>
                <a:cubicBezTo>
                  <a:pt x="88" y="99"/>
                  <a:pt x="88" y="99"/>
                  <a:pt x="88" y="99"/>
                </a:cubicBezTo>
                <a:cubicBezTo>
                  <a:pt x="88" y="111"/>
                  <a:pt x="68" y="111"/>
                  <a:pt x="68" y="99"/>
                </a:cubicBezTo>
                <a:cubicBezTo>
                  <a:pt x="68" y="35"/>
                  <a:pt x="68" y="35"/>
                  <a:pt x="68" y="35"/>
                </a:cubicBezTo>
                <a:cubicBezTo>
                  <a:pt x="68" y="29"/>
                  <a:pt x="60" y="29"/>
                  <a:pt x="60" y="35"/>
                </a:cubicBezTo>
                <a:cubicBezTo>
                  <a:pt x="60" y="125"/>
                  <a:pt x="60" y="125"/>
                  <a:pt x="60" y="125"/>
                </a:cubicBezTo>
                <a:cubicBezTo>
                  <a:pt x="60" y="135"/>
                  <a:pt x="46" y="139"/>
                  <a:pt x="41" y="130"/>
                </a:cubicBezTo>
                <a:cubicBezTo>
                  <a:pt x="31" y="112"/>
                  <a:pt x="31" y="112"/>
                  <a:pt x="31" y="112"/>
                </a:cubicBezTo>
                <a:cubicBezTo>
                  <a:pt x="26" y="106"/>
                  <a:pt x="16" y="110"/>
                  <a:pt x="20" y="117"/>
                </a:cubicBezTo>
                <a:cubicBezTo>
                  <a:pt x="33" y="140"/>
                  <a:pt x="33" y="140"/>
                  <a:pt x="33" y="140"/>
                </a:cubicBezTo>
                <a:cubicBezTo>
                  <a:pt x="33" y="140"/>
                  <a:pt x="33" y="140"/>
                  <a:pt x="33" y="140"/>
                </a:cubicBezTo>
                <a:cubicBezTo>
                  <a:pt x="55" y="178"/>
                  <a:pt x="55" y="178"/>
                  <a:pt x="55" y="178"/>
                </a:cubicBezTo>
                <a:cubicBezTo>
                  <a:pt x="57" y="182"/>
                  <a:pt x="60" y="186"/>
                  <a:pt x="63" y="189"/>
                </a:cubicBezTo>
                <a:cubicBezTo>
                  <a:pt x="72" y="197"/>
                  <a:pt x="83" y="202"/>
                  <a:pt x="95" y="203"/>
                </a:cubicBezTo>
                <a:cubicBezTo>
                  <a:pt x="106" y="204"/>
                  <a:pt x="118" y="201"/>
                  <a:pt x="128" y="19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13"/>
          <p:cNvSpPr>
            <a:spLocks noEditPoints="1"/>
          </p:cNvSpPr>
          <p:nvPr/>
        </p:nvSpPr>
        <p:spPr bwMode="auto">
          <a:xfrm>
            <a:off x="1702541" y="3226452"/>
            <a:ext cx="323910" cy="302127"/>
          </a:xfrm>
          <a:custGeom>
            <a:avLst/>
            <a:gdLst>
              <a:gd name="T0" fmla="*/ 70 w 192"/>
              <a:gd name="T1" fmla="*/ 76 h 179"/>
              <a:gd name="T2" fmla="*/ 70 w 192"/>
              <a:gd name="T3" fmla="*/ 97 h 179"/>
              <a:gd name="T4" fmla="*/ 50 w 192"/>
              <a:gd name="T5" fmla="*/ 97 h 179"/>
              <a:gd name="T6" fmla="*/ 50 w 192"/>
              <a:gd name="T7" fmla="*/ 76 h 179"/>
              <a:gd name="T8" fmla="*/ 96 w 192"/>
              <a:gd name="T9" fmla="*/ 0 h 179"/>
              <a:gd name="T10" fmla="*/ 163 w 192"/>
              <a:gd name="T11" fmla="*/ 25 h 179"/>
              <a:gd name="T12" fmla="*/ 163 w 192"/>
              <a:gd name="T13" fmla="*/ 148 h 179"/>
              <a:gd name="T14" fmla="*/ 73 w 192"/>
              <a:gd name="T15" fmla="*/ 170 h 179"/>
              <a:gd name="T16" fmla="*/ 31 w 192"/>
              <a:gd name="T17" fmla="*/ 177 h 179"/>
              <a:gd name="T18" fmla="*/ 24 w 192"/>
              <a:gd name="T19" fmla="*/ 179 h 179"/>
              <a:gd name="T20" fmla="*/ 13 w 192"/>
              <a:gd name="T21" fmla="*/ 170 h 179"/>
              <a:gd name="T22" fmla="*/ 13 w 192"/>
              <a:gd name="T23" fmla="*/ 162 h 179"/>
              <a:gd name="T24" fmla="*/ 5 w 192"/>
              <a:gd name="T25" fmla="*/ 115 h 179"/>
              <a:gd name="T26" fmla="*/ 28 w 192"/>
              <a:gd name="T27" fmla="*/ 25 h 179"/>
              <a:gd name="T28" fmla="*/ 153 w 192"/>
              <a:gd name="T29" fmla="*/ 37 h 179"/>
              <a:gd name="T30" fmla="*/ 96 w 192"/>
              <a:gd name="T31" fmla="*/ 16 h 179"/>
              <a:gd name="T32" fmla="*/ 14 w 192"/>
              <a:gd name="T33" fmla="*/ 86 h 179"/>
              <a:gd name="T34" fmla="*/ 31 w 192"/>
              <a:gd name="T35" fmla="*/ 130 h 179"/>
              <a:gd name="T36" fmla="*/ 28 w 192"/>
              <a:gd name="T37" fmla="*/ 162 h 179"/>
              <a:gd name="T38" fmla="*/ 57 w 192"/>
              <a:gd name="T39" fmla="*/ 149 h 179"/>
              <a:gd name="T40" fmla="*/ 96 w 192"/>
              <a:gd name="T41" fmla="*/ 157 h 179"/>
              <a:gd name="T42" fmla="*/ 177 w 192"/>
              <a:gd name="T43" fmla="*/ 86 h 179"/>
              <a:gd name="T44" fmla="*/ 64 w 192"/>
              <a:gd name="T45" fmla="*/ 83 h 179"/>
              <a:gd name="T46" fmla="*/ 60 w 192"/>
              <a:gd name="T47" fmla="*/ 81 h 179"/>
              <a:gd name="T48" fmla="*/ 55 w 192"/>
              <a:gd name="T49" fmla="*/ 86 h 179"/>
              <a:gd name="T50" fmla="*/ 60 w 192"/>
              <a:gd name="T51" fmla="*/ 92 h 179"/>
              <a:gd name="T52" fmla="*/ 65 w 192"/>
              <a:gd name="T53" fmla="*/ 86 h 179"/>
              <a:gd name="T54" fmla="*/ 96 w 192"/>
              <a:gd name="T55" fmla="*/ 72 h 179"/>
              <a:gd name="T56" fmla="*/ 105 w 192"/>
              <a:gd name="T57" fmla="*/ 76 h 179"/>
              <a:gd name="T58" fmla="*/ 105 w 192"/>
              <a:gd name="T59" fmla="*/ 97 h 179"/>
              <a:gd name="T60" fmla="*/ 86 w 192"/>
              <a:gd name="T61" fmla="*/ 97 h 179"/>
              <a:gd name="T62" fmla="*/ 86 w 192"/>
              <a:gd name="T63" fmla="*/ 76 h 179"/>
              <a:gd name="T64" fmla="*/ 99 w 192"/>
              <a:gd name="T65" fmla="*/ 83 h 179"/>
              <a:gd name="T66" fmla="*/ 96 w 192"/>
              <a:gd name="T67" fmla="*/ 81 h 179"/>
              <a:gd name="T68" fmla="*/ 90 w 192"/>
              <a:gd name="T69" fmla="*/ 86 h 179"/>
              <a:gd name="T70" fmla="*/ 96 w 192"/>
              <a:gd name="T71" fmla="*/ 92 h 179"/>
              <a:gd name="T72" fmla="*/ 101 w 192"/>
              <a:gd name="T73" fmla="*/ 86 h 179"/>
              <a:gd name="T74" fmla="*/ 131 w 192"/>
              <a:gd name="T75" fmla="*/ 72 h 179"/>
              <a:gd name="T76" fmla="*/ 141 w 192"/>
              <a:gd name="T77" fmla="*/ 76 h 179"/>
              <a:gd name="T78" fmla="*/ 141 w 192"/>
              <a:gd name="T79" fmla="*/ 97 h 179"/>
              <a:gd name="T80" fmla="*/ 121 w 192"/>
              <a:gd name="T81" fmla="*/ 97 h 179"/>
              <a:gd name="T82" fmla="*/ 121 w 192"/>
              <a:gd name="T83" fmla="*/ 76 h 179"/>
              <a:gd name="T84" fmla="*/ 135 w 192"/>
              <a:gd name="T85" fmla="*/ 83 h 179"/>
              <a:gd name="T86" fmla="*/ 131 w 192"/>
              <a:gd name="T87" fmla="*/ 81 h 179"/>
              <a:gd name="T88" fmla="*/ 126 w 192"/>
              <a:gd name="T89" fmla="*/ 86 h 179"/>
              <a:gd name="T90" fmla="*/ 131 w 192"/>
              <a:gd name="T91" fmla="*/ 92 h 179"/>
              <a:gd name="T92" fmla="*/ 136 w 192"/>
              <a:gd name="T93" fmla="*/ 86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192" h="179">
                <a:moveTo>
                  <a:pt x="60" y="72"/>
                </a:moveTo>
                <a:cubicBezTo>
                  <a:pt x="64" y="72"/>
                  <a:pt x="67" y="74"/>
                  <a:pt x="70" y="76"/>
                </a:cubicBezTo>
                <a:cubicBezTo>
                  <a:pt x="73" y="79"/>
                  <a:pt x="74" y="82"/>
                  <a:pt x="74" y="86"/>
                </a:cubicBezTo>
                <a:cubicBezTo>
                  <a:pt x="74" y="90"/>
                  <a:pt x="73" y="94"/>
                  <a:pt x="70" y="97"/>
                </a:cubicBezTo>
                <a:cubicBezTo>
                  <a:pt x="67" y="99"/>
                  <a:pt x="64" y="101"/>
                  <a:pt x="60" y="101"/>
                </a:cubicBezTo>
                <a:cubicBezTo>
                  <a:pt x="56" y="101"/>
                  <a:pt x="53" y="99"/>
                  <a:pt x="50" y="97"/>
                </a:cubicBezTo>
                <a:cubicBezTo>
                  <a:pt x="48" y="94"/>
                  <a:pt x="46" y="90"/>
                  <a:pt x="46" y="86"/>
                </a:cubicBezTo>
                <a:cubicBezTo>
                  <a:pt x="46" y="82"/>
                  <a:pt x="48" y="79"/>
                  <a:pt x="50" y="76"/>
                </a:cubicBezTo>
                <a:cubicBezTo>
                  <a:pt x="53" y="74"/>
                  <a:pt x="56" y="72"/>
                  <a:pt x="60" y="72"/>
                </a:cubicBezTo>
                <a:close/>
                <a:moveTo>
                  <a:pt x="96" y="0"/>
                </a:moveTo>
                <a:cubicBezTo>
                  <a:pt x="96" y="0"/>
                  <a:pt x="96" y="0"/>
                  <a:pt x="96" y="0"/>
                </a:cubicBezTo>
                <a:cubicBezTo>
                  <a:pt x="122" y="0"/>
                  <a:pt x="146" y="10"/>
                  <a:pt x="163" y="25"/>
                </a:cubicBezTo>
                <a:cubicBezTo>
                  <a:pt x="181" y="41"/>
                  <a:pt x="192" y="62"/>
                  <a:pt x="192" y="86"/>
                </a:cubicBezTo>
                <a:cubicBezTo>
                  <a:pt x="192" y="110"/>
                  <a:pt x="181" y="132"/>
                  <a:pt x="163" y="148"/>
                </a:cubicBezTo>
                <a:cubicBezTo>
                  <a:pt x="146" y="163"/>
                  <a:pt x="122" y="172"/>
                  <a:pt x="96" y="172"/>
                </a:cubicBezTo>
                <a:cubicBezTo>
                  <a:pt x="88" y="172"/>
                  <a:pt x="80" y="172"/>
                  <a:pt x="73" y="170"/>
                </a:cubicBezTo>
                <a:cubicBezTo>
                  <a:pt x="66" y="169"/>
                  <a:pt x="60" y="167"/>
                  <a:pt x="54" y="164"/>
                </a:cubicBezTo>
                <a:cubicBezTo>
                  <a:pt x="31" y="177"/>
                  <a:pt x="31" y="177"/>
                  <a:pt x="31" y="177"/>
                </a:cubicBezTo>
                <a:cubicBezTo>
                  <a:pt x="29" y="178"/>
                  <a:pt x="27" y="179"/>
                  <a:pt x="24" y="179"/>
                </a:cubicBezTo>
                <a:cubicBezTo>
                  <a:pt x="24" y="179"/>
                  <a:pt x="24" y="179"/>
                  <a:pt x="24" y="179"/>
                </a:cubicBezTo>
                <a:cubicBezTo>
                  <a:pt x="22" y="178"/>
                  <a:pt x="19" y="177"/>
                  <a:pt x="17" y="176"/>
                </a:cubicBezTo>
                <a:cubicBezTo>
                  <a:pt x="15" y="174"/>
                  <a:pt x="14" y="172"/>
                  <a:pt x="13" y="170"/>
                </a:cubicBezTo>
                <a:cubicBezTo>
                  <a:pt x="13" y="170"/>
                  <a:pt x="13" y="170"/>
                  <a:pt x="13" y="170"/>
                </a:cubicBezTo>
                <a:cubicBezTo>
                  <a:pt x="12" y="167"/>
                  <a:pt x="12" y="165"/>
                  <a:pt x="13" y="162"/>
                </a:cubicBezTo>
                <a:cubicBezTo>
                  <a:pt x="18" y="137"/>
                  <a:pt x="18" y="137"/>
                  <a:pt x="18" y="137"/>
                </a:cubicBezTo>
                <a:cubicBezTo>
                  <a:pt x="13" y="131"/>
                  <a:pt x="8" y="123"/>
                  <a:pt x="5" y="115"/>
                </a:cubicBezTo>
                <a:cubicBezTo>
                  <a:pt x="2" y="106"/>
                  <a:pt x="0" y="96"/>
                  <a:pt x="0" y="86"/>
                </a:cubicBezTo>
                <a:cubicBezTo>
                  <a:pt x="0" y="62"/>
                  <a:pt x="10" y="41"/>
                  <a:pt x="28" y="25"/>
                </a:cubicBezTo>
                <a:cubicBezTo>
                  <a:pt x="45" y="10"/>
                  <a:pt x="69" y="0"/>
                  <a:pt x="96" y="0"/>
                </a:cubicBezTo>
                <a:close/>
                <a:moveTo>
                  <a:pt x="153" y="37"/>
                </a:moveTo>
                <a:cubicBezTo>
                  <a:pt x="153" y="37"/>
                  <a:pt x="153" y="37"/>
                  <a:pt x="153" y="37"/>
                </a:cubicBezTo>
                <a:cubicBezTo>
                  <a:pt x="139" y="24"/>
                  <a:pt x="118" y="16"/>
                  <a:pt x="96" y="16"/>
                </a:cubicBezTo>
                <a:cubicBezTo>
                  <a:pt x="73" y="16"/>
                  <a:pt x="52" y="24"/>
                  <a:pt x="38" y="37"/>
                </a:cubicBezTo>
                <a:cubicBezTo>
                  <a:pt x="23" y="49"/>
                  <a:pt x="14" y="67"/>
                  <a:pt x="14" y="86"/>
                </a:cubicBezTo>
                <a:cubicBezTo>
                  <a:pt x="14" y="94"/>
                  <a:pt x="16" y="102"/>
                  <a:pt x="19" y="109"/>
                </a:cubicBezTo>
                <a:cubicBezTo>
                  <a:pt x="22" y="117"/>
                  <a:pt x="26" y="124"/>
                  <a:pt x="31" y="130"/>
                </a:cubicBezTo>
                <a:cubicBezTo>
                  <a:pt x="33" y="131"/>
                  <a:pt x="34" y="134"/>
                  <a:pt x="33" y="137"/>
                </a:cubicBezTo>
                <a:cubicBezTo>
                  <a:pt x="28" y="162"/>
                  <a:pt x="28" y="162"/>
                  <a:pt x="28" y="162"/>
                </a:cubicBezTo>
                <a:cubicBezTo>
                  <a:pt x="51" y="149"/>
                  <a:pt x="51" y="149"/>
                  <a:pt x="51" y="149"/>
                </a:cubicBezTo>
                <a:cubicBezTo>
                  <a:pt x="53" y="148"/>
                  <a:pt x="55" y="148"/>
                  <a:pt x="57" y="149"/>
                </a:cubicBezTo>
                <a:cubicBezTo>
                  <a:pt x="63" y="152"/>
                  <a:pt x="69" y="154"/>
                  <a:pt x="76" y="155"/>
                </a:cubicBezTo>
                <a:cubicBezTo>
                  <a:pt x="82" y="157"/>
                  <a:pt x="89" y="157"/>
                  <a:pt x="96" y="157"/>
                </a:cubicBezTo>
                <a:cubicBezTo>
                  <a:pt x="118" y="157"/>
                  <a:pt x="139" y="149"/>
                  <a:pt x="153" y="136"/>
                </a:cubicBezTo>
                <a:cubicBezTo>
                  <a:pt x="168" y="123"/>
                  <a:pt x="177" y="106"/>
                  <a:pt x="177" y="86"/>
                </a:cubicBezTo>
                <a:cubicBezTo>
                  <a:pt x="177" y="67"/>
                  <a:pt x="168" y="49"/>
                  <a:pt x="153" y="37"/>
                </a:cubicBezTo>
                <a:close/>
                <a:moveTo>
                  <a:pt x="64" y="83"/>
                </a:moveTo>
                <a:cubicBezTo>
                  <a:pt x="64" y="83"/>
                  <a:pt x="64" y="83"/>
                  <a:pt x="64" y="83"/>
                </a:cubicBezTo>
                <a:cubicBezTo>
                  <a:pt x="63" y="82"/>
                  <a:pt x="62" y="81"/>
                  <a:pt x="60" y="81"/>
                </a:cubicBezTo>
                <a:cubicBezTo>
                  <a:pt x="59" y="81"/>
                  <a:pt x="57" y="82"/>
                  <a:pt x="56" y="83"/>
                </a:cubicBezTo>
                <a:cubicBezTo>
                  <a:pt x="56" y="84"/>
                  <a:pt x="55" y="85"/>
                  <a:pt x="55" y="86"/>
                </a:cubicBezTo>
                <a:cubicBezTo>
                  <a:pt x="55" y="88"/>
                  <a:pt x="56" y="89"/>
                  <a:pt x="56" y="90"/>
                </a:cubicBezTo>
                <a:cubicBezTo>
                  <a:pt x="57" y="91"/>
                  <a:pt x="59" y="92"/>
                  <a:pt x="60" y="92"/>
                </a:cubicBezTo>
                <a:cubicBezTo>
                  <a:pt x="62" y="92"/>
                  <a:pt x="63" y="91"/>
                  <a:pt x="64" y="90"/>
                </a:cubicBezTo>
                <a:cubicBezTo>
                  <a:pt x="65" y="89"/>
                  <a:pt x="65" y="88"/>
                  <a:pt x="65" y="86"/>
                </a:cubicBezTo>
                <a:cubicBezTo>
                  <a:pt x="65" y="85"/>
                  <a:pt x="65" y="84"/>
                  <a:pt x="64" y="83"/>
                </a:cubicBezTo>
                <a:close/>
                <a:moveTo>
                  <a:pt x="96" y="72"/>
                </a:moveTo>
                <a:cubicBezTo>
                  <a:pt x="96" y="72"/>
                  <a:pt x="96" y="72"/>
                  <a:pt x="96" y="72"/>
                </a:cubicBezTo>
                <a:cubicBezTo>
                  <a:pt x="99" y="72"/>
                  <a:pt x="103" y="74"/>
                  <a:pt x="105" y="76"/>
                </a:cubicBezTo>
                <a:cubicBezTo>
                  <a:pt x="108" y="79"/>
                  <a:pt x="110" y="82"/>
                  <a:pt x="110" y="86"/>
                </a:cubicBezTo>
                <a:cubicBezTo>
                  <a:pt x="110" y="90"/>
                  <a:pt x="108" y="94"/>
                  <a:pt x="105" y="97"/>
                </a:cubicBezTo>
                <a:cubicBezTo>
                  <a:pt x="103" y="99"/>
                  <a:pt x="99" y="101"/>
                  <a:pt x="96" y="101"/>
                </a:cubicBezTo>
                <a:cubicBezTo>
                  <a:pt x="92" y="101"/>
                  <a:pt x="88" y="99"/>
                  <a:pt x="86" y="97"/>
                </a:cubicBezTo>
                <a:cubicBezTo>
                  <a:pt x="83" y="94"/>
                  <a:pt x="82" y="90"/>
                  <a:pt x="82" y="86"/>
                </a:cubicBezTo>
                <a:cubicBezTo>
                  <a:pt x="82" y="82"/>
                  <a:pt x="83" y="79"/>
                  <a:pt x="86" y="76"/>
                </a:cubicBezTo>
                <a:cubicBezTo>
                  <a:pt x="88" y="74"/>
                  <a:pt x="92" y="72"/>
                  <a:pt x="96" y="72"/>
                </a:cubicBezTo>
                <a:close/>
                <a:moveTo>
                  <a:pt x="99" y="83"/>
                </a:moveTo>
                <a:cubicBezTo>
                  <a:pt x="99" y="83"/>
                  <a:pt x="99" y="83"/>
                  <a:pt x="99" y="83"/>
                </a:cubicBezTo>
                <a:cubicBezTo>
                  <a:pt x="98" y="82"/>
                  <a:pt x="97" y="81"/>
                  <a:pt x="96" y="81"/>
                </a:cubicBezTo>
                <a:cubicBezTo>
                  <a:pt x="94" y="81"/>
                  <a:pt x="93" y="82"/>
                  <a:pt x="92" y="83"/>
                </a:cubicBezTo>
                <a:cubicBezTo>
                  <a:pt x="91" y="84"/>
                  <a:pt x="90" y="85"/>
                  <a:pt x="90" y="86"/>
                </a:cubicBezTo>
                <a:cubicBezTo>
                  <a:pt x="90" y="88"/>
                  <a:pt x="91" y="89"/>
                  <a:pt x="92" y="90"/>
                </a:cubicBezTo>
                <a:cubicBezTo>
                  <a:pt x="93" y="91"/>
                  <a:pt x="94" y="92"/>
                  <a:pt x="96" y="92"/>
                </a:cubicBezTo>
                <a:cubicBezTo>
                  <a:pt x="97" y="92"/>
                  <a:pt x="98" y="91"/>
                  <a:pt x="99" y="90"/>
                </a:cubicBezTo>
                <a:cubicBezTo>
                  <a:pt x="100" y="89"/>
                  <a:pt x="101" y="88"/>
                  <a:pt x="101" y="86"/>
                </a:cubicBezTo>
                <a:cubicBezTo>
                  <a:pt x="101" y="85"/>
                  <a:pt x="100" y="84"/>
                  <a:pt x="99" y="83"/>
                </a:cubicBezTo>
                <a:close/>
                <a:moveTo>
                  <a:pt x="131" y="72"/>
                </a:moveTo>
                <a:cubicBezTo>
                  <a:pt x="131" y="72"/>
                  <a:pt x="131" y="72"/>
                  <a:pt x="131" y="72"/>
                </a:cubicBezTo>
                <a:cubicBezTo>
                  <a:pt x="135" y="72"/>
                  <a:pt x="138" y="74"/>
                  <a:pt x="141" y="76"/>
                </a:cubicBezTo>
                <a:cubicBezTo>
                  <a:pt x="143" y="79"/>
                  <a:pt x="145" y="82"/>
                  <a:pt x="145" y="86"/>
                </a:cubicBezTo>
                <a:cubicBezTo>
                  <a:pt x="145" y="90"/>
                  <a:pt x="143" y="94"/>
                  <a:pt x="141" y="97"/>
                </a:cubicBezTo>
                <a:cubicBezTo>
                  <a:pt x="138" y="99"/>
                  <a:pt x="135" y="101"/>
                  <a:pt x="131" y="101"/>
                </a:cubicBezTo>
                <a:cubicBezTo>
                  <a:pt x="127" y="101"/>
                  <a:pt x="124" y="99"/>
                  <a:pt x="121" y="97"/>
                </a:cubicBezTo>
                <a:cubicBezTo>
                  <a:pt x="119" y="94"/>
                  <a:pt x="117" y="90"/>
                  <a:pt x="117" y="86"/>
                </a:cubicBezTo>
                <a:cubicBezTo>
                  <a:pt x="117" y="82"/>
                  <a:pt x="119" y="79"/>
                  <a:pt x="121" y="76"/>
                </a:cubicBezTo>
                <a:cubicBezTo>
                  <a:pt x="124" y="74"/>
                  <a:pt x="127" y="72"/>
                  <a:pt x="131" y="72"/>
                </a:cubicBezTo>
                <a:close/>
                <a:moveTo>
                  <a:pt x="135" y="83"/>
                </a:moveTo>
                <a:cubicBezTo>
                  <a:pt x="135" y="83"/>
                  <a:pt x="135" y="83"/>
                  <a:pt x="135" y="83"/>
                </a:cubicBezTo>
                <a:cubicBezTo>
                  <a:pt x="134" y="82"/>
                  <a:pt x="132" y="81"/>
                  <a:pt x="131" y="81"/>
                </a:cubicBezTo>
                <a:cubicBezTo>
                  <a:pt x="130" y="81"/>
                  <a:pt x="128" y="82"/>
                  <a:pt x="127" y="83"/>
                </a:cubicBezTo>
                <a:cubicBezTo>
                  <a:pt x="126" y="84"/>
                  <a:pt x="126" y="85"/>
                  <a:pt x="126" y="86"/>
                </a:cubicBezTo>
                <a:cubicBezTo>
                  <a:pt x="126" y="88"/>
                  <a:pt x="126" y="89"/>
                  <a:pt x="127" y="90"/>
                </a:cubicBezTo>
                <a:cubicBezTo>
                  <a:pt x="128" y="91"/>
                  <a:pt x="130" y="92"/>
                  <a:pt x="131" y="92"/>
                </a:cubicBezTo>
                <a:cubicBezTo>
                  <a:pt x="132" y="92"/>
                  <a:pt x="134" y="91"/>
                  <a:pt x="135" y="90"/>
                </a:cubicBezTo>
                <a:cubicBezTo>
                  <a:pt x="136" y="89"/>
                  <a:pt x="136" y="88"/>
                  <a:pt x="136" y="86"/>
                </a:cubicBezTo>
                <a:cubicBezTo>
                  <a:pt x="136" y="85"/>
                  <a:pt x="136" y="84"/>
                  <a:pt x="135" y="83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3838609" y="2442187"/>
            <a:ext cx="495649" cy="4618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zh-CN" sz="2400" b="1" dirty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7" name="矩形 16"/>
          <p:cNvSpPr/>
          <p:nvPr/>
        </p:nvSpPr>
        <p:spPr>
          <a:xfrm>
            <a:off x="4568857" y="2257526"/>
            <a:ext cx="495650" cy="4618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zh-CN" sz="2400" b="1" dirty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9" name="矩形 18"/>
          <p:cNvSpPr/>
          <p:nvPr/>
        </p:nvSpPr>
        <p:spPr>
          <a:xfrm>
            <a:off x="4809235" y="2905005"/>
            <a:ext cx="495650" cy="4618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zh-CN" sz="2400" b="1" dirty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1" name="矩形 20"/>
          <p:cNvSpPr/>
          <p:nvPr/>
        </p:nvSpPr>
        <p:spPr>
          <a:xfrm>
            <a:off x="4090625" y="3135908"/>
            <a:ext cx="495650" cy="4618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zh-CN" sz="2400" b="1" dirty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3" name="Rectangle 24"/>
          <p:cNvSpPr>
            <a:spLocks noChangeArrowheads="1"/>
          </p:cNvSpPr>
          <p:nvPr/>
        </p:nvSpPr>
        <p:spPr bwMode="auto">
          <a:xfrm>
            <a:off x="942707" y="1857585"/>
            <a:ext cx="1843578" cy="980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用户故事生成</a:t>
            </a:r>
          </a:p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输入需求后可完成需求拆分，并生成结构规范、语义清晰的用户故事。</a:t>
            </a:r>
          </a:p>
        </p:txBody>
      </p:sp>
      <p:sp>
        <p:nvSpPr>
          <p:cNvPr id="24" name="Rectangle 24"/>
          <p:cNvSpPr>
            <a:spLocks noChangeArrowheads="1"/>
          </p:cNvSpPr>
          <p:nvPr/>
        </p:nvSpPr>
        <p:spPr bwMode="auto">
          <a:xfrm>
            <a:off x="942707" y="3698131"/>
            <a:ext cx="1843578" cy="980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多智能体协作</a:t>
            </a:r>
          </a:p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</a:rPr>
              <a:t>PM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、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</a:rPr>
              <a:t>QA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、架构师等角色按流程协同，形成生成、审查、可行性分析链路。</a:t>
            </a:r>
          </a:p>
        </p:txBody>
      </p:sp>
      <p:sp>
        <p:nvSpPr>
          <p:cNvPr id="25" name="Rectangle 24"/>
          <p:cNvSpPr>
            <a:spLocks noChangeArrowheads="1"/>
          </p:cNvSpPr>
          <p:nvPr/>
        </p:nvSpPr>
        <p:spPr bwMode="auto">
          <a:xfrm>
            <a:off x="6300192" y="1857585"/>
            <a:ext cx="1843578" cy="1202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质量评估</a:t>
            </a:r>
          </a:p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能够按照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</a:rPr>
              <a:t>INVEST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六维指标输出评分，识别价值缺失、粒度过大、可测试性不足等问题。</a:t>
            </a:r>
          </a:p>
        </p:txBody>
      </p:sp>
      <p:sp>
        <p:nvSpPr>
          <p:cNvPr id="26" name="Rectangle 24"/>
          <p:cNvSpPr>
            <a:spLocks noChangeArrowheads="1"/>
          </p:cNvSpPr>
          <p:nvPr/>
        </p:nvSpPr>
        <p:spPr bwMode="auto">
          <a:xfrm>
            <a:off x="6300192" y="3698131"/>
            <a:ext cx="1843578" cy="980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展示与导出</a:t>
            </a:r>
          </a:p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前端可展示用户故事和评分图表，支持将结果导出为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</a:rPr>
              <a:t>PDF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文档。</a:t>
            </a:r>
          </a:p>
        </p:txBody>
      </p:sp>
      <p:sp>
        <p:nvSpPr>
          <p:cNvPr id="30" name="Rectangle 39"/>
          <p:cNvSpPr>
            <a:spLocks noChangeArrowheads="1"/>
          </p:cNvSpPr>
          <p:nvPr/>
        </p:nvSpPr>
        <p:spPr bwMode="auto">
          <a:xfrm>
            <a:off x="416159" y="278281"/>
            <a:ext cx="2778059" cy="307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buFont typeface="Arial" pitchFamily="34" charset="0"/>
              <a:buNone/>
            </a:pP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系统测试与结果分析</a:t>
            </a:r>
          </a:p>
        </p:txBody>
      </p:sp>
      <p:grpSp>
        <p:nvGrpSpPr>
          <p:cNvPr id="31" name="组合 30"/>
          <p:cNvGrpSpPr/>
          <p:nvPr/>
        </p:nvGrpSpPr>
        <p:grpSpPr>
          <a:xfrm>
            <a:off x="416158" y="699542"/>
            <a:ext cx="899592" cy="56017"/>
            <a:chOff x="0" y="2842590"/>
            <a:chExt cx="7054752" cy="89199"/>
          </a:xfrm>
        </p:grpSpPr>
        <p:sp>
          <p:nvSpPr>
            <p:cNvPr id="32" name="矩形 31"/>
            <p:cNvSpPr/>
            <p:nvPr/>
          </p:nvSpPr>
          <p:spPr>
            <a:xfrm>
              <a:off x="0" y="2842590"/>
              <a:ext cx="1763688" cy="891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矩形 32"/>
            <p:cNvSpPr/>
            <p:nvPr/>
          </p:nvSpPr>
          <p:spPr>
            <a:xfrm>
              <a:off x="1763688" y="2842590"/>
              <a:ext cx="1763688" cy="891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矩形 33"/>
            <p:cNvSpPr/>
            <p:nvPr/>
          </p:nvSpPr>
          <p:spPr>
            <a:xfrm>
              <a:off x="3527376" y="2842590"/>
              <a:ext cx="1763688" cy="8919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矩形 34"/>
            <p:cNvSpPr/>
            <p:nvPr/>
          </p:nvSpPr>
          <p:spPr>
            <a:xfrm>
              <a:off x="5291064" y="2842590"/>
              <a:ext cx="1763688" cy="891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6"/>
          <p:cNvSpPr>
            <a:spLocks noEditPoints="1"/>
          </p:cNvSpPr>
          <p:nvPr/>
        </p:nvSpPr>
        <p:spPr bwMode="auto">
          <a:xfrm>
            <a:off x="4343400" y="1158093"/>
            <a:ext cx="457200" cy="593986"/>
          </a:xfrm>
          <a:custGeom>
            <a:avLst/>
            <a:gdLst>
              <a:gd name="T0" fmla="*/ 891 w 1347"/>
              <a:gd name="T1" fmla="*/ 639 h 1750"/>
              <a:gd name="T2" fmla="*/ 673 w 1347"/>
              <a:gd name="T3" fmla="*/ 728 h 1750"/>
              <a:gd name="T4" fmla="*/ 555 w 1347"/>
              <a:gd name="T5" fmla="*/ 706 h 1750"/>
              <a:gd name="T6" fmla="*/ 456 w 1347"/>
              <a:gd name="T7" fmla="*/ 639 h 1750"/>
              <a:gd name="T8" fmla="*/ 398 w 1347"/>
              <a:gd name="T9" fmla="*/ 639 h 1750"/>
              <a:gd name="T10" fmla="*/ 397 w 1347"/>
              <a:gd name="T11" fmla="*/ 696 h 1750"/>
              <a:gd name="T12" fmla="*/ 525 w 1347"/>
              <a:gd name="T13" fmla="*/ 781 h 1750"/>
              <a:gd name="T14" fmla="*/ 673 w 1347"/>
              <a:gd name="T15" fmla="*/ 810 h 1750"/>
              <a:gd name="T16" fmla="*/ 949 w 1347"/>
              <a:gd name="T17" fmla="*/ 696 h 1750"/>
              <a:gd name="T18" fmla="*/ 949 w 1347"/>
              <a:gd name="T19" fmla="*/ 639 h 1750"/>
              <a:gd name="T20" fmla="*/ 891 w 1347"/>
              <a:gd name="T21" fmla="*/ 639 h 1750"/>
              <a:gd name="T22" fmla="*/ 987 w 1347"/>
              <a:gd name="T23" fmla="*/ 1525 h 1750"/>
              <a:gd name="T24" fmla="*/ 987 w 1347"/>
              <a:gd name="T25" fmla="*/ 1525 h 1750"/>
              <a:gd name="T26" fmla="*/ 360 w 1347"/>
              <a:gd name="T27" fmla="*/ 1525 h 1750"/>
              <a:gd name="T28" fmla="*/ 318 w 1347"/>
              <a:gd name="T29" fmla="*/ 1566 h 1750"/>
              <a:gd name="T30" fmla="*/ 360 w 1347"/>
              <a:gd name="T31" fmla="*/ 1607 h 1750"/>
              <a:gd name="T32" fmla="*/ 987 w 1347"/>
              <a:gd name="T33" fmla="*/ 1607 h 1750"/>
              <a:gd name="T34" fmla="*/ 1027 w 1347"/>
              <a:gd name="T35" fmla="*/ 1566 h 1750"/>
              <a:gd name="T36" fmla="*/ 987 w 1347"/>
              <a:gd name="T37" fmla="*/ 1525 h 1750"/>
              <a:gd name="T38" fmla="*/ 1347 w 1347"/>
              <a:gd name="T39" fmla="*/ 674 h 1750"/>
              <a:gd name="T40" fmla="*/ 1347 w 1347"/>
              <a:gd name="T41" fmla="*/ 674 h 1750"/>
              <a:gd name="T42" fmla="*/ 1149 w 1347"/>
              <a:gd name="T43" fmla="*/ 198 h 1750"/>
              <a:gd name="T44" fmla="*/ 673 w 1347"/>
              <a:gd name="T45" fmla="*/ 0 h 1750"/>
              <a:gd name="T46" fmla="*/ 197 w 1347"/>
              <a:gd name="T47" fmla="*/ 198 h 1750"/>
              <a:gd name="T48" fmla="*/ 0 w 1347"/>
              <a:gd name="T49" fmla="*/ 674 h 1750"/>
              <a:gd name="T50" fmla="*/ 86 w 1347"/>
              <a:gd name="T51" fmla="*/ 1005 h 1750"/>
              <a:gd name="T52" fmla="*/ 292 w 1347"/>
              <a:gd name="T53" fmla="*/ 1229 h 1750"/>
              <a:gd name="T54" fmla="*/ 292 w 1347"/>
              <a:gd name="T55" fmla="*/ 1418 h 1750"/>
              <a:gd name="T56" fmla="*/ 360 w 1347"/>
              <a:gd name="T57" fmla="*/ 1487 h 1750"/>
              <a:gd name="T58" fmla="*/ 987 w 1347"/>
              <a:gd name="T59" fmla="*/ 1487 h 1750"/>
              <a:gd name="T60" fmla="*/ 1055 w 1347"/>
              <a:gd name="T61" fmla="*/ 1418 h 1750"/>
              <a:gd name="T62" fmla="*/ 1055 w 1347"/>
              <a:gd name="T63" fmla="*/ 1229 h 1750"/>
              <a:gd name="T64" fmla="*/ 1260 w 1347"/>
              <a:gd name="T65" fmla="*/ 1005 h 1750"/>
              <a:gd name="T66" fmla="*/ 1347 w 1347"/>
              <a:gd name="T67" fmla="*/ 674 h 1750"/>
              <a:gd name="T68" fmla="*/ 1142 w 1347"/>
              <a:gd name="T69" fmla="*/ 938 h 1750"/>
              <a:gd name="T70" fmla="*/ 1142 w 1347"/>
              <a:gd name="T71" fmla="*/ 938 h 1750"/>
              <a:gd name="T72" fmla="*/ 1141 w 1347"/>
              <a:gd name="T73" fmla="*/ 938 h 1750"/>
              <a:gd name="T74" fmla="*/ 951 w 1347"/>
              <a:gd name="T75" fmla="*/ 1135 h 1750"/>
              <a:gd name="T76" fmla="*/ 919 w 1347"/>
              <a:gd name="T77" fmla="*/ 1193 h 1750"/>
              <a:gd name="T78" fmla="*/ 918 w 1347"/>
              <a:gd name="T79" fmla="*/ 1193 h 1750"/>
              <a:gd name="T80" fmla="*/ 918 w 1347"/>
              <a:gd name="T81" fmla="*/ 1350 h 1750"/>
              <a:gd name="T82" fmla="*/ 429 w 1347"/>
              <a:gd name="T83" fmla="*/ 1350 h 1750"/>
              <a:gd name="T84" fmla="*/ 429 w 1347"/>
              <a:gd name="T85" fmla="*/ 1193 h 1750"/>
              <a:gd name="T86" fmla="*/ 389 w 1347"/>
              <a:gd name="T87" fmla="*/ 1132 h 1750"/>
              <a:gd name="T88" fmla="*/ 205 w 1347"/>
              <a:gd name="T89" fmla="*/ 938 h 1750"/>
              <a:gd name="T90" fmla="*/ 136 w 1347"/>
              <a:gd name="T91" fmla="*/ 674 h 1750"/>
              <a:gd name="T92" fmla="*/ 294 w 1347"/>
              <a:gd name="T93" fmla="*/ 295 h 1750"/>
              <a:gd name="T94" fmla="*/ 673 w 1347"/>
              <a:gd name="T95" fmla="*/ 137 h 1750"/>
              <a:gd name="T96" fmla="*/ 1053 w 1347"/>
              <a:gd name="T97" fmla="*/ 295 h 1750"/>
              <a:gd name="T98" fmla="*/ 1210 w 1347"/>
              <a:gd name="T99" fmla="*/ 674 h 1750"/>
              <a:gd name="T100" fmla="*/ 1142 w 1347"/>
              <a:gd name="T101" fmla="*/ 938 h 1750"/>
              <a:gd name="T102" fmla="*/ 855 w 1347"/>
              <a:gd name="T103" fmla="*/ 1668 h 1750"/>
              <a:gd name="T104" fmla="*/ 855 w 1347"/>
              <a:gd name="T105" fmla="*/ 1668 h 1750"/>
              <a:gd name="T106" fmla="*/ 492 w 1347"/>
              <a:gd name="T107" fmla="*/ 1668 h 1750"/>
              <a:gd name="T108" fmla="*/ 450 w 1347"/>
              <a:gd name="T109" fmla="*/ 1709 h 1750"/>
              <a:gd name="T110" fmla="*/ 492 w 1347"/>
              <a:gd name="T111" fmla="*/ 1750 h 1750"/>
              <a:gd name="T112" fmla="*/ 855 w 1347"/>
              <a:gd name="T113" fmla="*/ 1750 h 1750"/>
              <a:gd name="T114" fmla="*/ 896 w 1347"/>
              <a:gd name="T115" fmla="*/ 1709 h 1750"/>
              <a:gd name="T116" fmla="*/ 855 w 1347"/>
              <a:gd name="T117" fmla="*/ 1668 h 17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347" h="1750">
                <a:moveTo>
                  <a:pt x="891" y="639"/>
                </a:moveTo>
                <a:cubicBezTo>
                  <a:pt x="836" y="694"/>
                  <a:pt x="758" y="728"/>
                  <a:pt x="673" y="728"/>
                </a:cubicBezTo>
                <a:cubicBezTo>
                  <a:pt x="631" y="728"/>
                  <a:pt x="591" y="720"/>
                  <a:pt x="555" y="706"/>
                </a:cubicBezTo>
                <a:cubicBezTo>
                  <a:pt x="517" y="691"/>
                  <a:pt x="484" y="667"/>
                  <a:pt x="456" y="639"/>
                </a:cubicBezTo>
                <a:cubicBezTo>
                  <a:pt x="440" y="623"/>
                  <a:pt x="413" y="623"/>
                  <a:pt x="398" y="639"/>
                </a:cubicBezTo>
                <a:cubicBezTo>
                  <a:pt x="382" y="655"/>
                  <a:pt x="382" y="681"/>
                  <a:pt x="397" y="696"/>
                </a:cubicBezTo>
                <a:cubicBezTo>
                  <a:pt x="433" y="732"/>
                  <a:pt x="477" y="761"/>
                  <a:pt x="525" y="781"/>
                </a:cubicBezTo>
                <a:cubicBezTo>
                  <a:pt x="570" y="800"/>
                  <a:pt x="621" y="810"/>
                  <a:pt x="673" y="810"/>
                </a:cubicBezTo>
                <a:cubicBezTo>
                  <a:pt x="781" y="810"/>
                  <a:pt x="878" y="767"/>
                  <a:pt x="949" y="696"/>
                </a:cubicBezTo>
                <a:cubicBezTo>
                  <a:pt x="965" y="681"/>
                  <a:pt x="965" y="655"/>
                  <a:pt x="949" y="639"/>
                </a:cubicBezTo>
                <a:cubicBezTo>
                  <a:pt x="933" y="623"/>
                  <a:pt x="907" y="623"/>
                  <a:pt x="891" y="639"/>
                </a:cubicBezTo>
                <a:close/>
                <a:moveTo>
                  <a:pt x="987" y="1525"/>
                </a:moveTo>
                <a:cubicBezTo>
                  <a:pt x="987" y="1525"/>
                  <a:pt x="987" y="1525"/>
                  <a:pt x="987" y="1525"/>
                </a:cubicBezTo>
                <a:cubicBezTo>
                  <a:pt x="360" y="1525"/>
                  <a:pt x="360" y="1525"/>
                  <a:pt x="360" y="1525"/>
                </a:cubicBezTo>
                <a:cubicBezTo>
                  <a:pt x="337" y="1525"/>
                  <a:pt x="318" y="1544"/>
                  <a:pt x="318" y="1566"/>
                </a:cubicBezTo>
                <a:cubicBezTo>
                  <a:pt x="318" y="1589"/>
                  <a:pt x="337" y="1607"/>
                  <a:pt x="360" y="1607"/>
                </a:cubicBezTo>
                <a:cubicBezTo>
                  <a:pt x="987" y="1607"/>
                  <a:pt x="987" y="1607"/>
                  <a:pt x="987" y="1607"/>
                </a:cubicBezTo>
                <a:cubicBezTo>
                  <a:pt x="1009" y="1607"/>
                  <a:pt x="1027" y="1589"/>
                  <a:pt x="1027" y="1566"/>
                </a:cubicBezTo>
                <a:cubicBezTo>
                  <a:pt x="1027" y="1544"/>
                  <a:pt x="1009" y="1525"/>
                  <a:pt x="987" y="1525"/>
                </a:cubicBezTo>
                <a:close/>
                <a:moveTo>
                  <a:pt x="1347" y="674"/>
                </a:moveTo>
                <a:cubicBezTo>
                  <a:pt x="1347" y="674"/>
                  <a:pt x="1347" y="674"/>
                  <a:pt x="1347" y="674"/>
                </a:cubicBezTo>
                <a:cubicBezTo>
                  <a:pt x="1347" y="488"/>
                  <a:pt x="1272" y="320"/>
                  <a:pt x="1149" y="198"/>
                </a:cubicBezTo>
                <a:cubicBezTo>
                  <a:pt x="1027" y="76"/>
                  <a:pt x="859" y="0"/>
                  <a:pt x="673" y="0"/>
                </a:cubicBezTo>
                <a:cubicBezTo>
                  <a:pt x="488" y="0"/>
                  <a:pt x="318" y="76"/>
                  <a:pt x="197" y="198"/>
                </a:cubicBezTo>
                <a:cubicBezTo>
                  <a:pt x="75" y="320"/>
                  <a:pt x="0" y="488"/>
                  <a:pt x="0" y="674"/>
                </a:cubicBezTo>
                <a:cubicBezTo>
                  <a:pt x="0" y="794"/>
                  <a:pt x="31" y="907"/>
                  <a:pt x="86" y="1005"/>
                </a:cubicBezTo>
                <a:cubicBezTo>
                  <a:pt x="138" y="1094"/>
                  <a:pt x="207" y="1171"/>
                  <a:pt x="292" y="1229"/>
                </a:cubicBezTo>
                <a:cubicBezTo>
                  <a:pt x="292" y="1418"/>
                  <a:pt x="292" y="1418"/>
                  <a:pt x="292" y="1418"/>
                </a:cubicBezTo>
                <a:cubicBezTo>
                  <a:pt x="292" y="1456"/>
                  <a:pt x="322" y="1487"/>
                  <a:pt x="360" y="1487"/>
                </a:cubicBezTo>
                <a:cubicBezTo>
                  <a:pt x="987" y="1487"/>
                  <a:pt x="987" y="1487"/>
                  <a:pt x="987" y="1487"/>
                </a:cubicBezTo>
                <a:cubicBezTo>
                  <a:pt x="1025" y="1487"/>
                  <a:pt x="1055" y="1456"/>
                  <a:pt x="1055" y="1418"/>
                </a:cubicBezTo>
                <a:cubicBezTo>
                  <a:pt x="1055" y="1229"/>
                  <a:pt x="1055" y="1229"/>
                  <a:pt x="1055" y="1229"/>
                </a:cubicBezTo>
                <a:cubicBezTo>
                  <a:pt x="1140" y="1171"/>
                  <a:pt x="1210" y="1094"/>
                  <a:pt x="1260" y="1005"/>
                </a:cubicBezTo>
                <a:cubicBezTo>
                  <a:pt x="1316" y="906"/>
                  <a:pt x="1347" y="794"/>
                  <a:pt x="1347" y="674"/>
                </a:cubicBezTo>
                <a:close/>
                <a:moveTo>
                  <a:pt x="1142" y="938"/>
                </a:moveTo>
                <a:cubicBezTo>
                  <a:pt x="1142" y="938"/>
                  <a:pt x="1142" y="938"/>
                  <a:pt x="1142" y="938"/>
                </a:cubicBezTo>
                <a:cubicBezTo>
                  <a:pt x="1141" y="938"/>
                  <a:pt x="1141" y="938"/>
                  <a:pt x="1141" y="938"/>
                </a:cubicBezTo>
                <a:cubicBezTo>
                  <a:pt x="1096" y="1019"/>
                  <a:pt x="1030" y="1087"/>
                  <a:pt x="951" y="1135"/>
                </a:cubicBezTo>
                <a:cubicBezTo>
                  <a:pt x="931" y="1147"/>
                  <a:pt x="919" y="1170"/>
                  <a:pt x="919" y="1193"/>
                </a:cubicBezTo>
                <a:cubicBezTo>
                  <a:pt x="918" y="1193"/>
                  <a:pt x="918" y="1193"/>
                  <a:pt x="918" y="1193"/>
                </a:cubicBezTo>
                <a:cubicBezTo>
                  <a:pt x="918" y="1350"/>
                  <a:pt x="918" y="1350"/>
                  <a:pt x="918" y="1350"/>
                </a:cubicBezTo>
                <a:cubicBezTo>
                  <a:pt x="429" y="1350"/>
                  <a:pt x="429" y="1350"/>
                  <a:pt x="429" y="1350"/>
                </a:cubicBezTo>
                <a:cubicBezTo>
                  <a:pt x="429" y="1193"/>
                  <a:pt x="429" y="1193"/>
                  <a:pt x="429" y="1193"/>
                </a:cubicBezTo>
                <a:cubicBezTo>
                  <a:pt x="429" y="1165"/>
                  <a:pt x="413" y="1142"/>
                  <a:pt x="389" y="1132"/>
                </a:cubicBezTo>
                <a:cubicBezTo>
                  <a:pt x="313" y="1083"/>
                  <a:pt x="249" y="1017"/>
                  <a:pt x="205" y="938"/>
                </a:cubicBezTo>
                <a:cubicBezTo>
                  <a:pt x="161" y="860"/>
                  <a:pt x="136" y="770"/>
                  <a:pt x="136" y="674"/>
                </a:cubicBezTo>
                <a:cubicBezTo>
                  <a:pt x="136" y="527"/>
                  <a:pt x="197" y="392"/>
                  <a:pt x="294" y="295"/>
                </a:cubicBezTo>
                <a:cubicBezTo>
                  <a:pt x="390" y="197"/>
                  <a:pt x="526" y="137"/>
                  <a:pt x="673" y="137"/>
                </a:cubicBezTo>
                <a:cubicBezTo>
                  <a:pt x="821" y="137"/>
                  <a:pt x="956" y="197"/>
                  <a:pt x="1053" y="295"/>
                </a:cubicBezTo>
                <a:cubicBezTo>
                  <a:pt x="1150" y="392"/>
                  <a:pt x="1210" y="527"/>
                  <a:pt x="1210" y="674"/>
                </a:cubicBezTo>
                <a:cubicBezTo>
                  <a:pt x="1210" y="771"/>
                  <a:pt x="1186" y="861"/>
                  <a:pt x="1142" y="938"/>
                </a:cubicBezTo>
                <a:close/>
                <a:moveTo>
                  <a:pt x="855" y="1668"/>
                </a:moveTo>
                <a:cubicBezTo>
                  <a:pt x="855" y="1668"/>
                  <a:pt x="855" y="1668"/>
                  <a:pt x="855" y="1668"/>
                </a:cubicBezTo>
                <a:cubicBezTo>
                  <a:pt x="492" y="1668"/>
                  <a:pt x="492" y="1668"/>
                  <a:pt x="492" y="1668"/>
                </a:cubicBezTo>
                <a:cubicBezTo>
                  <a:pt x="469" y="1668"/>
                  <a:pt x="450" y="1686"/>
                  <a:pt x="450" y="1709"/>
                </a:cubicBezTo>
                <a:cubicBezTo>
                  <a:pt x="450" y="1731"/>
                  <a:pt x="469" y="1750"/>
                  <a:pt x="492" y="1750"/>
                </a:cubicBezTo>
                <a:cubicBezTo>
                  <a:pt x="855" y="1750"/>
                  <a:pt x="855" y="1750"/>
                  <a:pt x="855" y="1750"/>
                </a:cubicBezTo>
                <a:cubicBezTo>
                  <a:pt x="877" y="1750"/>
                  <a:pt x="896" y="1731"/>
                  <a:pt x="896" y="1709"/>
                </a:cubicBezTo>
                <a:cubicBezTo>
                  <a:pt x="896" y="1686"/>
                  <a:pt x="877" y="1668"/>
                  <a:pt x="855" y="1668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1475656" y="2088545"/>
            <a:ext cx="61926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00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敬请各位老师批评指正</a:t>
            </a:r>
          </a:p>
        </p:txBody>
      </p:sp>
      <p:sp>
        <p:nvSpPr>
          <p:cNvPr id="23" name="圆角矩形 22"/>
          <p:cNvSpPr/>
          <p:nvPr/>
        </p:nvSpPr>
        <p:spPr>
          <a:xfrm>
            <a:off x="2286000" y="3154938"/>
            <a:ext cx="4573568" cy="246221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dist">
              <a:buFont typeface="Arial" pitchFamily="34" charset="0"/>
              <a:buNone/>
            </a:pP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</a:rPr>
              <a:t>TAHNK YOU FOR WATCHING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0" y="2946544"/>
            <a:ext cx="9144000" cy="54006"/>
            <a:chOff x="2190216" y="0"/>
            <a:chExt cx="7128792" cy="108012"/>
          </a:xfrm>
        </p:grpSpPr>
        <p:sp>
          <p:nvSpPr>
            <p:cNvPr id="4" name="矩形 3"/>
            <p:cNvSpPr/>
            <p:nvPr/>
          </p:nvSpPr>
          <p:spPr>
            <a:xfrm>
              <a:off x="2190216" y="0"/>
              <a:ext cx="1188132" cy="10801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3378348" y="0"/>
              <a:ext cx="1188132" cy="10801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4566480" y="0"/>
              <a:ext cx="1188132" cy="10801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5754612" y="0"/>
              <a:ext cx="1188132" cy="10801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 37"/>
            <p:cNvSpPr/>
            <p:nvPr/>
          </p:nvSpPr>
          <p:spPr>
            <a:xfrm>
              <a:off x="6942744" y="0"/>
              <a:ext cx="1188132" cy="10801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矩形 38"/>
            <p:cNvSpPr/>
            <p:nvPr/>
          </p:nvSpPr>
          <p:spPr>
            <a:xfrm>
              <a:off x="8130876" y="0"/>
              <a:ext cx="1188132" cy="108012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3069081" y="4183426"/>
            <a:ext cx="174306" cy="174304"/>
            <a:chOff x="801291" y="3535885"/>
            <a:chExt cx="219347" cy="219347"/>
          </a:xfrm>
        </p:grpSpPr>
        <p:sp>
          <p:nvSpPr>
            <p:cNvPr id="37" name="Oval 10"/>
            <p:cNvSpPr>
              <a:spLocks noChangeArrowheads="1"/>
            </p:cNvSpPr>
            <p:nvPr/>
          </p:nvSpPr>
          <p:spPr bwMode="auto">
            <a:xfrm>
              <a:off x="801291" y="3535885"/>
              <a:ext cx="219347" cy="219347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dist"/>
              <a:endParaRPr lang="zh-CN" altLang="en-US" sz="160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40" name="组合 39"/>
            <p:cNvGrpSpPr/>
            <p:nvPr/>
          </p:nvGrpSpPr>
          <p:grpSpPr>
            <a:xfrm>
              <a:off x="860980" y="3583766"/>
              <a:ext cx="100336" cy="114060"/>
              <a:chOff x="860980" y="3583766"/>
              <a:chExt cx="100336" cy="114060"/>
            </a:xfrm>
          </p:grpSpPr>
          <p:sp>
            <p:nvSpPr>
              <p:cNvPr id="41" name="Freeform 12"/>
              <p:cNvSpPr>
                <a:spLocks noEditPoints="1"/>
              </p:cNvSpPr>
              <p:nvPr/>
            </p:nvSpPr>
            <p:spPr bwMode="auto">
              <a:xfrm>
                <a:off x="884050" y="3583766"/>
                <a:ext cx="53830" cy="53740"/>
              </a:xfrm>
              <a:custGeom>
                <a:avLst/>
                <a:gdLst>
                  <a:gd name="T0" fmla="*/ 31 w 62"/>
                  <a:gd name="T1" fmla="*/ 62 h 62"/>
                  <a:gd name="T2" fmla="*/ 0 w 62"/>
                  <a:gd name="T3" fmla="*/ 31 h 62"/>
                  <a:gd name="T4" fmla="*/ 31 w 62"/>
                  <a:gd name="T5" fmla="*/ 0 h 62"/>
                  <a:gd name="T6" fmla="*/ 62 w 62"/>
                  <a:gd name="T7" fmla="*/ 31 h 62"/>
                  <a:gd name="T8" fmla="*/ 31 w 62"/>
                  <a:gd name="T9" fmla="*/ 62 h 62"/>
                  <a:gd name="T10" fmla="*/ 31 w 62"/>
                  <a:gd name="T11" fmla="*/ 11 h 62"/>
                  <a:gd name="T12" fmla="*/ 11 w 62"/>
                  <a:gd name="T13" fmla="*/ 31 h 62"/>
                  <a:gd name="T14" fmla="*/ 31 w 62"/>
                  <a:gd name="T15" fmla="*/ 51 h 62"/>
                  <a:gd name="T16" fmla="*/ 51 w 62"/>
                  <a:gd name="T17" fmla="*/ 31 h 62"/>
                  <a:gd name="T18" fmla="*/ 31 w 62"/>
                  <a:gd name="T19" fmla="*/ 11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2" h="62">
                    <a:moveTo>
                      <a:pt x="31" y="62"/>
                    </a:moveTo>
                    <a:cubicBezTo>
                      <a:pt x="14" y="62"/>
                      <a:pt x="0" y="48"/>
                      <a:pt x="0" y="31"/>
                    </a:cubicBezTo>
                    <a:cubicBezTo>
                      <a:pt x="0" y="14"/>
                      <a:pt x="14" y="0"/>
                      <a:pt x="31" y="0"/>
                    </a:cubicBezTo>
                    <a:cubicBezTo>
                      <a:pt x="48" y="0"/>
                      <a:pt x="62" y="14"/>
                      <a:pt x="62" y="31"/>
                    </a:cubicBezTo>
                    <a:cubicBezTo>
                      <a:pt x="62" y="48"/>
                      <a:pt x="48" y="62"/>
                      <a:pt x="31" y="62"/>
                    </a:cubicBezTo>
                    <a:close/>
                    <a:moveTo>
                      <a:pt x="31" y="11"/>
                    </a:moveTo>
                    <a:cubicBezTo>
                      <a:pt x="20" y="11"/>
                      <a:pt x="11" y="20"/>
                      <a:pt x="11" y="31"/>
                    </a:cubicBezTo>
                    <a:cubicBezTo>
                      <a:pt x="11" y="42"/>
                      <a:pt x="20" y="51"/>
                      <a:pt x="31" y="51"/>
                    </a:cubicBezTo>
                    <a:cubicBezTo>
                      <a:pt x="42" y="51"/>
                      <a:pt x="51" y="42"/>
                      <a:pt x="51" y="31"/>
                    </a:cubicBezTo>
                    <a:cubicBezTo>
                      <a:pt x="51" y="20"/>
                      <a:pt x="42" y="11"/>
                      <a:pt x="31" y="11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dist"/>
                <a:endParaRPr lang="zh-CN" altLang="en-US" sz="1600">
                  <a:solidFill>
                    <a:srgbClr val="FFFF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2" name="Freeform 13"/>
              <p:cNvSpPr/>
              <p:nvPr/>
            </p:nvSpPr>
            <p:spPr bwMode="auto">
              <a:xfrm>
                <a:off x="860980" y="3643355"/>
                <a:ext cx="100336" cy="54471"/>
              </a:xfrm>
              <a:custGeom>
                <a:avLst/>
                <a:gdLst>
                  <a:gd name="T0" fmla="*/ 111 w 116"/>
                  <a:gd name="T1" fmla="*/ 63 h 63"/>
                  <a:gd name="T2" fmla="*/ 105 w 116"/>
                  <a:gd name="T3" fmla="*/ 58 h 63"/>
                  <a:gd name="T4" fmla="*/ 58 w 116"/>
                  <a:gd name="T5" fmla="*/ 11 h 63"/>
                  <a:gd name="T6" fmla="*/ 11 w 116"/>
                  <a:gd name="T7" fmla="*/ 58 h 63"/>
                  <a:gd name="T8" fmla="*/ 6 w 116"/>
                  <a:gd name="T9" fmla="*/ 63 h 63"/>
                  <a:gd name="T10" fmla="*/ 0 w 116"/>
                  <a:gd name="T11" fmla="*/ 58 h 63"/>
                  <a:gd name="T12" fmla="*/ 58 w 116"/>
                  <a:gd name="T13" fmla="*/ 0 h 63"/>
                  <a:gd name="T14" fmla="*/ 116 w 116"/>
                  <a:gd name="T15" fmla="*/ 58 h 63"/>
                  <a:gd name="T16" fmla="*/ 111 w 116"/>
                  <a:gd name="T17" fmla="*/ 63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6" h="63">
                    <a:moveTo>
                      <a:pt x="111" y="63"/>
                    </a:moveTo>
                    <a:cubicBezTo>
                      <a:pt x="108" y="63"/>
                      <a:pt x="105" y="61"/>
                      <a:pt x="105" y="58"/>
                    </a:cubicBezTo>
                    <a:cubicBezTo>
                      <a:pt x="105" y="32"/>
                      <a:pt x="84" y="11"/>
                      <a:pt x="58" y="11"/>
                    </a:cubicBezTo>
                    <a:cubicBezTo>
                      <a:pt x="32" y="11"/>
                      <a:pt x="11" y="32"/>
                      <a:pt x="11" y="58"/>
                    </a:cubicBezTo>
                    <a:cubicBezTo>
                      <a:pt x="11" y="61"/>
                      <a:pt x="9" y="63"/>
                      <a:pt x="6" y="63"/>
                    </a:cubicBezTo>
                    <a:cubicBezTo>
                      <a:pt x="3" y="63"/>
                      <a:pt x="0" y="61"/>
                      <a:pt x="0" y="58"/>
                    </a:cubicBezTo>
                    <a:cubicBezTo>
                      <a:pt x="0" y="26"/>
                      <a:pt x="26" y="0"/>
                      <a:pt x="58" y="0"/>
                    </a:cubicBezTo>
                    <a:cubicBezTo>
                      <a:pt x="90" y="0"/>
                      <a:pt x="116" y="26"/>
                      <a:pt x="116" y="58"/>
                    </a:cubicBezTo>
                    <a:cubicBezTo>
                      <a:pt x="116" y="61"/>
                      <a:pt x="114" y="63"/>
                      <a:pt x="111" y="63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dist"/>
                <a:endParaRPr lang="zh-CN" altLang="en-US" sz="1600">
                  <a:solidFill>
                    <a:srgbClr val="FFFF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</p:grpSp>
      <p:grpSp>
        <p:nvGrpSpPr>
          <p:cNvPr id="43" name="Group 14"/>
          <p:cNvGrpSpPr/>
          <p:nvPr/>
        </p:nvGrpSpPr>
        <p:grpSpPr bwMode="auto">
          <a:xfrm>
            <a:off x="4813893" y="4183426"/>
            <a:ext cx="174306" cy="174304"/>
            <a:chOff x="4248" y="3024"/>
            <a:chExt cx="600" cy="599"/>
          </a:xfrm>
        </p:grpSpPr>
        <p:sp>
          <p:nvSpPr>
            <p:cNvPr id="44" name="Oval 15"/>
            <p:cNvSpPr>
              <a:spLocks noChangeArrowheads="1"/>
            </p:cNvSpPr>
            <p:nvPr/>
          </p:nvSpPr>
          <p:spPr bwMode="auto">
            <a:xfrm>
              <a:off x="4248" y="3024"/>
              <a:ext cx="600" cy="599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dist"/>
              <a:endPara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45" name="Group 16"/>
            <p:cNvGrpSpPr/>
            <p:nvPr/>
          </p:nvGrpSpPr>
          <p:grpSpPr bwMode="auto">
            <a:xfrm>
              <a:off x="4441" y="3144"/>
              <a:ext cx="215" cy="345"/>
              <a:chOff x="4441" y="3144"/>
              <a:chExt cx="215" cy="345"/>
            </a:xfrm>
          </p:grpSpPr>
          <p:sp>
            <p:nvSpPr>
              <p:cNvPr id="46" name="Freeform 17"/>
              <p:cNvSpPr>
                <a:spLocks noEditPoints="1"/>
              </p:cNvSpPr>
              <p:nvPr/>
            </p:nvSpPr>
            <p:spPr bwMode="auto">
              <a:xfrm>
                <a:off x="4474" y="3144"/>
                <a:ext cx="149" cy="253"/>
              </a:xfrm>
              <a:custGeom>
                <a:avLst/>
                <a:gdLst>
                  <a:gd name="T0" fmla="*/ 31 w 63"/>
                  <a:gd name="T1" fmla="*/ 107 h 107"/>
                  <a:gd name="T2" fmla="*/ 63 w 63"/>
                  <a:gd name="T3" fmla="*/ 78 h 107"/>
                  <a:gd name="T4" fmla="*/ 63 w 63"/>
                  <a:gd name="T5" fmla="*/ 29 h 107"/>
                  <a:gd name="T6" fmla="*/ 31 w 63"/>
                  <a:gd name="T7" fmla="*/ 0 h 107"/>
                  <a:gd name="T8" fmla="*/ 0 w 63"/>
                  <a:gd name="T9" fmla="*/ 29 h 107"/>
                  <a:gd name="T10" fmla="*/ 0 w 63"/>
                  <a:gd name="T11" fmla="*/ 78 h 107"/>
                  <a:gd name="T12" fmla="*/ 31 w 63"/>
                  <a:gd name="T13" fmla="*/ 107 h 107"/>
                  <a:gd name="T14" fmla="*/ 10 w 63"/>
                  <a:gd name="T15" fmla="*/ 29 h 107"/>
                  <a:gd name="T16" fmla="*/ 31 w 63"/>
                  <a:gd name="T17" fmla="*/ 10 h 107"/>
                  <a:gd name="T18" fmla="*/ 53 w 63"/>
                  <a:gd name="T19" fmla="*/ 29 h 107"/>
                  <a:gd name="T20" fmla="*/ 53 w 63"/>
                  <a:gd name="T21" fmla="*/ 78 h 107"/>
                  <a:gd name="T22" fmla="*/ 31 w 63"/>
                  <a:gd name="T23" fmla="*/ 97 h 107"/>
                  <a:gd name="T24" fmla="*/ 10 w 63"/>
                  <a:gd name="T25" fmla="*/ 78 h 107"/>
                  <a:gd name="T26" fmla="*/ 10 w 63"/>
                  <a:gd name="T27" fmla="*/ 29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3" h="107">
                    <a:moveTo>
                      <a:pt x="31" y="107"/>
                    </a:moveTo>
                    <a:cubicBezTo>
                      <a:pt x="49" y="107"/>
                      <a:pt x="63" y="94"/>
                      <a:pt x="63" y="78"/>
                    </a:cubicBezTo>
                    <a:cubicBezTo>
                      <a:pt x="63" y="29"/>
                      <a:pt x="63" y="29"/>
                      <a:pt x="63" y="29"/>
                    </a:cubicBezTo>
                    <a:cubicBezTo>
                      <a:pt x="63" y="13"/>
                      <a:pt x="49" y="0"/>
                      <a:pt x="31" y="0"/>
                    </a:cubicBezTo>
                    <a:cubicBezTo>
                      <a:pt x="14" y="0"/>
                      <a:pt x="0" y="13"/>
                      <a:pt x="0" y="29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0" y="94"/>
                      <a:pt x="14" y="107"/>
                      <a:pt x="31" y="107"/>
                    </a:cubicBezTo>
                    <a:close/>
                    <a:moveTo>
                      <a:pt x="10" y="29"/>
                    </a:moveTo>
                    <a:cubicBezTo>
                      <a:pt x="10" y="18"/>
                      <a:pt x="19" y="10"/>
                      <a:pt x="31" y="10"/>
                    </a:cubicBezTo>
                    <a:cubicBezTo>
                      <a:pt x="43" y="10"/>
                      <a:pt x="53" y="18"/>
                      <a:pt x="53" y="29"/>
                    </a:cubicBezTo>
                    <a:cubicBezTo>
                      <a:pt x="53" y="78"/>
                      <a:pt x="53" y="78"/>
                      <a:pt x="53" y="78"/>
                    </a:cubicBezTo>
                    <a:cubicBezTo>
                      <a:pt x="53" y="88"/>
                      <a:pt x="43" y="97"/>
                      <a:pt x="31" y="97"/>
                    </a:cubicBezTo>
                    <a:cubicBezTo>
                      <a:pt x="19" y="97"/>
                      <a:pt x="10" y="88"/>
                      <a:pt x="10" y="78"/>
                    </a:cubicBezTo>
                    <a:lnTo>
                      <a:pt x="10" y="29"/>
                    </a:lnTo>
                    <a:close/>
                  </a:path>
                </a:pathLst>
              </a:cu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dist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7" name="Freeform 18"/>
              <p:cNvSpPr/>
              <p:nvPr/>
            </p:nvSpPr>
            <p:spPr bwMode="auto">
              <a:xfrm>
                <a:off x="4441" y="3267"/>
                <a:ext cx="215" cy="222"/>
              </a:xfrm>
              <a:custGeom>
                <a:avLst/>
                <a:gdLst>
                  <a:gd name="T0" fmla="*/ 86 w 91"/>
                  <a:gd name="T1" fmla="*/ 0 h 94"/>
                  <a:gd name="T2" fmla="*/ 81 w 91"/>
                  <a:gd name="T3" fmla="*/ 5 h 94"/>
                  <a:gd name="T4" fmla="*/ 81 w 91"/>
                  <a:gd name="T5" fmla="*/ 28 h 94"/>
                  <a:gd name="T6" fmla="*/ 45 w 91"/>
                  <a:gd name="T7" fmla="*/ 59 h 94"/>
                  <a:gd name="T8" fmla="*/ 10 w 91"/>
                  <a:gd name="T9" fmla="*/ 28 h 94"/>
                  <a:gd name="T10" fmla="*/ 10 w 91"/>
                  <a:gd name="T11" fmla="*/ 5 h 94"/>
                  <a:gd name="T12" fmla="*/ 5 w 91"/>
                  <a:gd name="T13" fmla="*/ 0 h 94"/>
                  <a:gd name="T14" fmla="*/ 0 w 91"/>
                  <a:gd name="T15" fmla="*/ 5 h 94"/>
                  <a:gd name="T16" fmla="*/ 0 w 91"/>
                  <a:gd name="T17" fmla="*/ 28 h 94"/>
                  <a:gd name="T18" fmla="*/ 40 w 91"/>
                  <a:gd name="T19" fmla="*/ 69 h 94"/>
                  <a:gd name="T20" fmla="*/ 40 w 91"/>
                  <a:gd name="T21" fmla="*/ 84 h 94"/>
                  <a:gd name="T22" fmla="*/ 20 w 91"/>
                  <a:gd name="T23" fmla="*/ 84 h 94"/>
                  <a:gd name="T24" fmla="*/ 15 w 91"/>
                  <a:gd name="T25" fmla="*/ 89 h 94"/>
                  <a:gd name="T26" fmla="*/ 20 w 91"/>
                  <a:gd name="T27" fmla="*/ 94 h 94"/>
                  <a:gd name="T28" fmla="*/ 70 w 91"/>
                  <a:gd name="T29" fmla="*/ 94 h 94"/>
                  <a:gd name="T30" fmla="*/ 75 w 91"/>
                  <a:gd name="T31" fmla="*/ 89 h 94"/>
                  <a:gd name="T32" fmla="*/ 70 w 91"/>
                  <a:gd name="T33" fmla="*/ 84 h 94"/>
                  <a:gd name="T34" fmla="*/ 50 w 91"/>
                  <a:gd name="T35" fmla="*/ 84 h 94"/>
                  <a:gd name="T36" fmla="*/ 50 w 91"/>
                  <a:gd name="T37" fmla="*/ 69 h 94"/>
                  <a:gd name="T38" fmla="*/ 91 w 91"/>
                  <a:gd name="T39" fmla="*/ 28 h 94"/>
                  <a:gd name="T40" fmla="*/ 91 w 91"/>
                  <a:gd name="T41" fmla="*/ 5 h 94"/>
                  <a:gd name="T42" fmla="*/ 86 w 91"/>
                  <a:gd name="T43" fmla="*/ 0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91" h="94">
                    <a:moveTo>
                      <a:pt x="86" y="0"/>
                    </a:moveTo>
                    <a:cubicBezTo>
                      <a:pt x="83" y="0"/>
                      <a:pt x="81" y="3"/>
                      <a:pt x="81" y="5"/>
                    </a:cubicBezTo>
                    <a:cubicBezTo>
                      <a:pt x="81" y="28"/>
                      <a:pt x="81" y="28"/>
                      <a:pt x="81" y="28"/>
                    </a:cubicBezTo>
                    <a:cubicBezTo>
                      <a:pt x="81" y="45"/>
                      <a:pt x="65" y="59"/>
                      <a:pt x="45" y="59"/>
                    </a:cubicBezTo>
                    <a:cubicBezTo>
                      <a:pt x="26" y="59"/>
                      <a:pt x="10" y="45"/>
                      <a:pt x="10" y="28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10" y="2"/>
                      <a:pt x="8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18" y="67"/>
                      <a:pt x="40" y="69"/>
                    </a:cubicBezTo>
                    <a:cubicBezTo>
                      <a:pt x="40" y="84"/>
                      <a:pt x="40" y="84"/>
                      <a:pt x="40" y="84"/>
                    </a:cubicBezTo>
                    <a:cubicBezTo>
                      <a:pt x="20" y="84"/>
                      <a:pt x="20" y="84"/>
                      <a:pt x="20" y="84"/>
                    </a:cubicBezTo>
                    <a:cubicBezTo>
                      <a:pt x="18" y="84"/>
                      <a:pt x="15" y="86"/>
                      <a:pt x="15" y="89"/>
                    </a:cubicBezTo>
                    <a:cubicBezTo>
                      <a:pt x="15" y="92"/>
                      <a:pt x="18" y="94"/>
                      <a:pt x="20" y="94"/>
                    </a:cubicBezTo>
                    <a:cubicBezTo>
                      <a:pt x="70" y="94"/>
                      <a:pt x="70" y="94"/>
                      <a:pt x="70" y="94"/>
                    </a:cubicBezTo>
                    <a:cubicBezTo>
                      <a:pt x="73" y="94"/>
                      <a:pt x="75" y="92"/>
                      <a:pt x="75" y="89"/>
                    </a:cubicBezTo>
                    <a:cubicBezTo>
                      <a:pt x="75" y="86"/>
                      <a:pt x="73" y="84"/>
                      <a:pt x="70" y="84"/>
                    </a:cubicBezTo>
                    <a:cubicBezTo>
                      <a:pt x="50" y="84"/>
                      <a:pt x="50" y="84"/>
                      <a:pt x="50" y="84"/>
                    </a:cubicBezTo>
                    <a:cubicBezTo>
                      <a:pt x="50" y="69"/>
                      <a:pt x="50" y="69"/>
                      <a:pt x="50" y="69"/>
                    </a:cubicBezTo>
                    <a:cubicBezTo>
                      <a:pt x="73" y="67"/>
                      <a:pt x="91" y="49"/>
                      <a:pt x="91" y="28"/>
                    </a:cubicBezTo>
                    <a:cubicBezTo>
                      <a:pt x="91" y="5"/>
                      <a:pt x="91" y="5"/>
                      <a:pt x="91" y="5"/>
                    </a:cubicBezTo>
                    <a:cubicBezTo>
                      <a:pt x="91" y="3"/>
                      <a:pt x="88" y="0"/>
                      <a:pt x="86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dist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</p:grpSp>
      <p:sp>
        <p:nvSpPr>
          <p:cNvPr id="48" name="Text Box 19"/>
          <p:cNvSpPr txBox="1">
            <a:spLocks noChangeArrowheads="1"/>
          </p:cNvSpPr>
          <p:nvPr/>
        </p:nvSpPr>
        <p:spPr bwMode="auto">
          <a:xfrm>
            <a:off x="3256382" y="4132079"/>
            <a:ext cx="1261884" cy="253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指导老师：黄江平</a:t>
            </a:r>
            <a:endParaRPr lang="en-US" altLang="zh-CN" sz="105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9" name="Text Box 20"/>
          <p:cNvSpPr txBox="1">
            <a:spLocks noChangeArrowheads="1"/>
          </p:cNvSpPr>
          <p:nvPr/>
        </p:nvSpPr>
        <p:spPr bwMode="auto">
          <a:xfrm>
            <a:off x="5017069" y="4132079"/>
            <a:ext cx="1127232" cy="253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答辩人：罗一钢</a:t>
            </a:r>
            <a:endParaRPr lang="en-US" altLang="zh-CN" sz="105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第一PPT，www.1ppt.com​">
  <a:themeElements>
    <a:clrScheme name="自定义 1">
      <a:dk1>
        <a:srgbClr val="333333"/>
      </a:dk1>
      <a:lt1>
        <a:srgbClr val="FFFFFF"/>
      </a:lt1>
      <a:dk2>
        <a:srgbClr val="333333"/>
      </a:dk2>
      <a:lt2>
        <a:srgbClr val="FFFFFF"/>
      </a:lt2>
      <a:accent1>
        <a:srgbClr val="1D69A3"/>
      </a:accent1>
      <a:accent2>
        <a:srgbClr val="84CBC3"/>
      </a:accent2>
      <a:accent3>
        <a:srgbClr val="F8D158"/>
      </a:accent3>
      <a:accent4>
        <a:srgbClr val="F57365"/>
      </a:accent4>
      <a:accent5>
        <a:srgbClr val="7FC9EC"/>
      </a:accent5>
      <a:accent6>
        <a:srgbClr val="8689D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171717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987</Words>
  <Application>Microsoft Office PowerPoint</Application>
  <PresentationFormat>全屏显示(16:9)</PresentationFormat>
  <Paragraphs>187</Paragraphs>
  <Slides>16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2" baseType="lpstr">
      <vt:lpstr>微软雅黑</vt:lpstr>
      <vt:lpstr>Arial</vt:lpstr>
      <vt:lpstr>Calibri</vt:lpstr>
      <vt:lpstr>Impact</vt:lpstr>
      <vt:lpstr>Wingdings</vt:lpstr>
      <vt:lpstr>第一PPT，www.1ppt.com​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https://www.ypppt.com/</dc:title>
  <dc:subject>https://www.ypppt.com/</dc:subject>
  <dc:creator>优品PPT</dc:creator>
  <cp:keywords/>
  <dc:description/>
  <cp:lastModifiedBy>一钢 罗</cp:lastModifiedBy>
  <cp:revision>32</cp:revision>
  <dcterms:created xsi:type="dcterms:W3CDTF">2016-04-09T09:29:00Z</dcterms:created>
  <dcterms:modified xsi:type="dcterms:W3CDTF">2026-05-13T05:14:04Z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2052-10.1.0.5603</vt:lpwstr>
  </property>
</Properties>
</file>